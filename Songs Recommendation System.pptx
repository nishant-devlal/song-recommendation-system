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68" r:id="rId2"/>
    <p:sldId id="257" r:id="rId3"/>
    <p:sldId id="258" r:id="rId4"/>
    <p:sldId id="269" r:id="rId5"/>
    <p:sldId id="259" r:id="rId6"/>
    <p:sldId id="260" r:id="rId7"/>
    <p:sldId id="261" r:id="rId8"/>
    <p:sldId id="264" r:id="rId9"/>
    <p:sldId id="266" r:id="rId10"/>
    <p:sldId id="262" r:id="rId11"/>
    <p:sldId id="265" r:id="rId12"/>
    <p:sldId id="263"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839C17-417F-484E-A4CE-4F97004B0819}" v="103" dt="2025-11-05T09:32:16.2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96" d="100"/>
          <a:sy n="96" d="100"/>
        </p:scale>
        <p:origin x="8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shant Devlal" userId="9d268db0811949c5" providerId="LiveId" clId="{A5A24964-B1B7-41C0-AE69-B93291B4FCE8}"/>
    <pc:docChg chg="undo custSel addSld delSld modSld">
      <pc:chgData name="Nishant Devlal" userId="9d268db0811949c5" providerId="LiveId" clId="{A5A24964-B1B7-41C0-AE69-B93291B4FCE8}" dt="2025-11-05T09:32:16.269" v="3501"/>
      <pc:docMkLst>
        <pc:docMk/>
      </pc:docMkLst>
      <pc:sldChg chg="addSp delSp modSp del mod delDesignElem">
        <pc:chgData name="Nishant Devlal" userId="9d268db0811949c5" providerId="LiveId" clId="{A5A24964-B1B7-41C0-AE69-B93291B4FCE8}" dt="2025-11-05T09:30:29.334" v="3485" actId="47"/>
        <pc:sldMkLst>
          <pc:docMk/>
          <pc:sldMk cId="1172074929" sldId="256"/>
        </pc:sldMkLst>
        <pc:spChg chg="mod">
          <ac:chgData name="Nishant Devlal" userId="9d268db0811949c5" providerId="LiveId" clId="{A5A24964-B1B7-41C0-AE69-B93291B4FCE8}" dt="2025-11-05T09:27:22.345" v="3392" actId="14100"/>
          <ac:spMkLst>
            <pc:docMk/>
            <pc:sldMk cId="1172074929" sldId="256"/>
            <ac:spMk id="2" creationId="{9EEA2F8C-6B8D-D949-02BF-5B6CFC168481}"/>
          </ac:spMkLst>
        </pc:spChg>
        <pc:spChg chg="add del">
          <ac:chgData name="Nishant Devlal" userId="9d268db0811949c5" providerId="LiveId" clId="{A5A24964-B1B7-41C0-AE69-B93291B4FCE8}" dt="2025-11-05T06:01:52.151" v="1080"/>
          <ac:spMkLst>
            <pc:docMk/>
            <pc:sldMk cId="1172074929" sldId="256"/>
            <ac:spMk id="23" creationId="{59A9681A-2486-4655-A876-E26402CA2EF6}"/>
          </ac:spMkLst>
        </pc:spChg>
        <pc:spChg chg="add del">
          <ac:chgData name="Nishant Devlal" userId="9d268db0811949c5" providerId="LiveId" clId="{A5A24964-B1B7-41C0-AE69-B93291B4FCE8}" dt="2025-11-05T06:01:52.151" v="1080"/>
          <ac:spMkLst>
            <pc:docMk/>
            <pc:sldMk cId="1172074929" sldId="256"/>
            <ac:spMk id="25" creationId="{C9BB6818-31C2-4340-98F8-64FF7F46A414}"/>
          </ac:spMkLst>
        </pc:spChg>
        <pc:picChg chg="mod">
          <ac:chgData name="Nishant Devlal" userId="9d268db0811949c5" providerId="LiveId" clId="{A5A24964-B1B7-41C0-AE69-B93291B4FCE8}" dt="2025-11-05T09:27:36.125" v="3394" actId="1076"/>
          <ac:picMkLst>
            <pc:docMk/>
            <pc:sldMk cId="1172074929" sldId="256"/>
            <ac:picMk id="17" creationId="{BA6D4E1C-9A9A-A93A-49EB-528D6C56B464}"/>
          </ac:picMkLst>
        </pc:picChg>
        <pc:cxnChg chg="add del">
          <ac:chgData name="Nishant Devlal" userId="9d268db0811949c5" providerId="LiveId" clId="{A5A24964-B1B7-41C0-AE69-B93291B4FCE8}" dt="2025-11-05T06:01:52.151" v="1080"/>
          <ac:cxnSpMkLst>
            <pc:docMk/>
            <pc:sldMk cId="1172074929" sldId="256"/>
            <ac:cxnSpMk id="27" creationId="{F0CE0765-E93C-4D37-9D5F-D464EFB10FA7}"/>
          </ac:cxnSpMkLst>
        </pc:cxnChg>
      </pc:sldChg>
      <pc:sldChg chg="addSp delSp modSp new mod modTransition setBg delDesignElem">
        <pc:chgData name="Nishant Devlal" userId="9d268db0811949c5" providerId="LiveId" clId="{A5A24964-B1B7-41C0-AE69-B93291B4FCE8}" dt="2025-11-05T09:30:43.130" v="3488"/>
        <pc:sldMkLst>
          <pc:docMk/>
          <pc:sldMk cId="3407885509" sldId="257"/>
        </pc:sldMkLst>
        <pc:spChg chg="mod ord">
          <ac:chgData name="Nishant Devlal" userId="9d268db0811949c5" providerId="LiveId" clId="{A5A24964-B1B7-41C0-AE69-B93291B4FCE8}" dt="2025-11-05T06:03:54.300" v="1089"/>
          <ac:spMkLst>
            <pc:docMk/>
            <pc:sldMk cId="3407885509" sldId="257"/>
            <ac:spMk id="2" creationId="{A1825098-D7BE-DFD8-3CCC-6B9F87DBAC4F}"/>
          </ac:spMkLst>
        </pc:spChg>
        <pc:spChg chg="add mod ord">
          <ac:chgData name="Nishant Devlal" userId="9d268db0811949c5" providerId="LiveId" clId="{A5A24964-B1B7-41C0-AE69-B93291B4FCE8}" dt="2025-11-05T06:04:15.843" v="1095" actId="403"/>
          <ac:spMkLst>
            <pc:docMk/>
            <pc:sldMk cId="3407885509" sldId="257"/>
            <ac:spMk id="30" creationId="{98062DEF-2040-46CB-15C4-9B0AA02D9E17}"/>
          </ac:spMkLst>
        </pc:spChg>
        <pc:spChg chg="add del">
          <ac:chgData name="Nishant Devlal" userId="9d268db0811949c5" providerId="LiveId" clId="{A5A24964-B1B7-41C0-AE69-B93291B4FCE8}" dt="2025-11-05T06:01:52.151" v="1080"/>
          <ac:spMkLst>
            <pc:docMk/>
            <pc:sldMk cId="3407885509" sldId="257"/>
            <ac:spMk id="46" creationId="{744CAA32-F237-419C-A2DD-43C28D920D3C}"/>
          </ac:spMkLst>
        </pc:spChg>
        <pc:picChg chg="add mod ord">
          <ac:chgData name="Nishant Devlal" userId="9d268db0811949c5" providerId="LiveId" clId="{A5A24964-B1B7-41C0-AE69-B93291B4FCE8}" dt="2025-11-05T06:04:23.143" v="1096" actId="14100"/>
          <ac:picMkLst>
            <pc:docMk/>
            <pc:sldMk cId="3407885509" sldId="257"/>
            <ac:picMk id="28" creationId="{775FAF7C-9CF5-9524-1D0B-B76ACF84E1AA}"/>
          </ac:picMkLst>
        </pc:picChg>
        <pc:cxnChg chg="add del">
          <ac:chgData name="Nishant Devlal" userId="9d268db0811949c5" providerId="LiveId" clId="{A5A24964-B1B7-41C0-AE69-B93291B4FCE8}" dt="2025-11-05T06:01:52.151" v="1080"/>
          <ac:cxnSpMkLst>
            <pc:docMk/>
            <pc:sldMk cId="3407885509" sldId="257"/>
            <ac:cxnSpMk id="47" creationId="{753FE100-D0AB-4AE2-824B-60CFA31EC6A2}"/>
          </ac:cxnSpMkLst>
        </pc:cxnChg>
      </pc:sldChg>
      <pc:sldChg chg="addSp delSp modSp new mod modTransition setBg delDesignElem">
        <pc:chgData name="Nishant Devlal" userId="9d268db0811949c5" providerId="LiveId" clId="{A5A24964-B1B7-41C0-AE69-B93291B4FCE8}" dt="2025-11-05T09:30:49.389" v="3489"/>
        <pc:sldMkLst>
          <pc:docMk/>
          <pc:sldMk cId="233652374" sldId="258"/>
        </pc:sldMkLst>
        <pc:spChg chg="mod">
          <ac:chgData name="Nishant Devlal" userId="9d268db0811949c5" providerId="LiveId" clId="{A5A24964-B1B7-41C0-AE69-B93291B4FCE8}" dt="2025-11-05T06:04:40.432" v="1099" actId="1076"/>
          <ac:spMkLst>
            <pc:docMk/>
            <pc:sldMk cId="233652374" sldId="258"/>
            <ac:spMk id="2" creationId="{D35BB8DB-7991-DC13-39BE-90B3227344C4}"/>
          </ac:spMkLst>
        </pc:spChg>
        <pc:spChg chg="add del">
          <ac:chgData name="Nishant Devlal" userId="9d268db0811949c5" providerId="LiveId" clId="{A5A24964-B1B7-41C0-AE69-B93291B4FCE8}" dt="2025-11-05T06:01:52.151" v="1080"/>
          <ac:spMkLst>
            <pc:docMk/>
            <pc:sldMk cId="233652374" sldId="258"/>
            <ac:spMk id="13" creationId="{DBDA151C-5770-45E4-AAFF-59E7F403866D}"/>
          </ac:spMkLst>
        </pc:spChg>
        <pc:graphicFrameChg chg="add mod modGraphic">
          <ac:chgData name="Nishant Devlal" userId="9d268db0811949c5" providerId="LiveId" clId="{A5A24964-B1B7-41C0-AE69-B93291B4FCE8}" dt="2025-11-05T06:05:04.351" v="1102"/>
          <ac:graphicFrameMkLst>
            <pc:docMk/>
            <pc:sldMk cId="233652374" sldId="258"/>
            <ac:graphicFrameMk id="15" creationId="{110D2044-8180-C8EC-21B1-E2A543865667}"/>
          </ac:graphicFrameMkLst>
        </pc:graphicFrameChg>
        <pc:cxnChg chg="add del">
          <ac:chgData name="Nishant Devlal" userId="9d268db0811949c5" providerId="LiveId" clId="{A5A24964-B1B7-41C0-AE69-B93291B4FCE8}" dt="2025-11-05T06:01:52.151" v="1080"/>
          <ac:cxnSpMkLst>
            <pc:docMk/>
            <pc:sldMk cId="233652374" sldId="258"/>
            <ac:cxnSpMk id="14" creationId="{E62D3963-2153-4637-96E6-E31BD2CE5D0D}"/>
          </ac:cxnSpMkLst>
        </pc:cxnChg>
      </pc:sldChg>
      <pc:sldChg chg="addSp delSp modSp new mod modTransition setBg delDesignElem">
        <pc:chgData name="Nishant Devlal" userId="9d268db0811949c5" providerId="LiveId" clId="{A5A24964-B1B7-41C0-AE69-B93291B4FCE8}" dt="2025-11-05T09:30:55.837" v="3490"/>
        <pc:sldMkLst>
          <pc:docMk/>
          <pc:sldMk cId="844020125" sldId="259"/>
        </pc:sldMkLst>
        <pc:spChg chg="mod">
          <ac:chgData name="Nishant Devlal" userId="9d268db0811949c5" providerId="LiveId" clId="{A5A24964-B1B7-41C0-AE69-B93291B4FCE8}" dt="2025-11-05T06:05:29.286" v="1105" actId="26606"/>
          <ac:spMkLst>
            <pc:docMk/>
            <pc:sldMk cId="844020125" sldId="259"/>
            <ac:spMk id="2" creationId="{567DE0E0-D815-E809-CEDC-711BA24669CA}"/>
          </ac:spMkLst>
        </pc:spChg>
        <pc:spChg chg="add del mod">
          <ac:chgData name="Nishant Devlal" userId="9d268db0811949c5" providerId="LiveId" clId="{A5A24964-B1B7-41C0-AE69-B93291B4FCE8}" dt="2025-11-05T06:01:44.057" v="1074" actId="26606"/>
          <ac:spMkLst>
            <pc:docMk/>
            <pc:sldMk cId="844020125" sldId="259"/>
            <ac:spMk id="3" creationId="{0540F8F2-A997-2E64-0A94-CC9145470956}"/>
          </ac:spMkLst>
        </pc:spChg>
        <pc:spChg chg="add del">
          <ac:chgData name="Nishant Devlal" userId="9d268db0811949c5" providerId="LiveId" clId="{A5A24964-B1B7-41C0-AE69-B93291B4FCE8}" dt="2025-11-05T06:01:44.057" v="1074" actId="26606"/>
          <ac:spMkLst>
            <pc:docMk/>
            <pc:sldMk cId="844020125" sldId="259"/>
            <ac:spMk id="9" creationId="{744CAA32-F237-419C-A2DD-43C28D920D3C}"/>
          </ac:spMkLst>
        </pc:spChg>
        <pc:spChg chg="add del">
          <ac:chgData name="Nishant Devlal" userId="9d268db0811949c5" providerId="LiveId" clId="{A5A24964-B1B7-41C0-AE69-B93291B4FCE8}" dt="2025-11-05T06:01:44.033" v="1073" actId="26606"/>
          <ac:spMkLst>
            <pc:docMk/>
            <pc:sldMk cId="844020125" sldId="259"/>
            <ac:spMk id="17" creationId="{DBDA151C-5770-45E4-AAFF-59E7F403866D}"/>
          </ac:spMkLst>
        </pc:spChg>
        <pc:spChg chg="add del">
          <ac:chgData name="Nishant Devlal" userId="9d268db0811949c5" providerId="LiveId" clId="{A5A24964-B1B7-41C0-AE69-B93291B4FCE8}" dt="2025-11-05T06:01:52.151" v="1080"/>
          <ac:spMkLst>
            <pc:docMk/>
            <pc:sldMk cId="844020125" sldId="259"/>
            <ac:spMk id="21" creationId="{DBDA151C-5770-45E4-AAFF-59E7F403866D}"/>
          </ac:spMkLst>
        </pc:spChg>
        <pc:spChg chg="add del">
          <ac:chgData name="Nishant Devlal" userId="9d268db0811949c5" providerId="LiveId" clId="{A5A24964-B1B7-41C0-AE69-B93291B4FCE8}" dt="2025-11-05T06:05:29.258" v="1104" actId="26606"/>
          <ac:spMkLst>
            <pc:docMk/>
            <pc:sldMk cId="844020125" sldId="259"/>
            <ac:spMk id="25" creationId="{482E7304-2AC2-4A5C-924D-A6AC3FFC5EAC}"/>
          </ac:spMkLst>
        </pc:spChg>
        <pc:spChg chg="add del">
          <ac:chgData name="Nishant Devlal" userId="9d268db0811949c5" providerId="LiveId" clId="{A5A24964-B1B7-41C0-AE69-B93291B4FCE8}" dt="2025-11-05T06:05:29.258" v="1104" actId="26606"/>
          <ac:spMkLst>
            <pc:docMk/>
            <pc:sldMk cId="844020125" sldId="259"/>
            <ac:spMk id="27" creationId="{A3C183B1-1D4B-4E3D-A02E-A426E3BFA016}"/>
          </ac:spMkLst>
        </pc:spChg>
        <pc:spChg chg="add del">
          <ac:chgData name="Nishant Devlal" userId="9d268db0811949c5" providerId="LiveId" clId="{A5A24964-B1B7-41C0-AE69-B93291B4FCE8}" dt="2025-11-05T06:02:45.698" v="1088"/>
          <ac:spMkLst>
            <pc:docMk/>
            <pc:sldMk cId="844020125" sldId="259"/>
            <ac:spMk id="37" creationId="{CC28BCC9-4093-4FD5-83EB-7EC297F51396}"/>
          </ac:spMkLst>
        </pc:spChg>
        <pc:grpChg chg="add del">
          <ac:chgData name="Nishant Devlal" userId="9d268db0811949c5" providerId="LiveId" clId="{A5A24964-B1B7-41C0-AE69-B93291B4FCE8}" dt="2025-11-05T06:02:45.698" v="1088"/>
          <ac:grpSpMkLst>
            <pc:docMk/>
            <pc:sldMk cId="844020125" sldId="259"/>
            <ac:grpSpMk id="28" creationId="{08BCF048-8940-4354-B9EC-5AD74E283CE3}"/>
          </ac:grpSpMkLst>
        </pc:grpChg>
        <pc:graphicFrameChg chg="add del">
          <ac:chgData name="Nishant Devlal" userId="9d268db0811949c5" providerId="LiveId" clId="{A5A24964-B1B7-41C0-AE69-B93291B4FCE8}" dt="2025-11-05T06:01:44.033" v="1073" actId="26606"/>
          <ac:graphicFrameMkLst>
            <pc:docMk/>
            <pc:sldMk cId="844020125" sldId="259"/>
            <ac:graphicFrameMk id="13" creationId="{9CAF471C-0F95-85B7-693D-D25913D111AC}"/>
          </ac:graphicFrameMkLst>
        </pc:graphicFrameChg>
        <pc:graphicFrameChg chg="add mod modGraphic">
          <ac:chgData name="Nishant Devlal" userId="9d268db0811949c5" providerId="LiveId" clId="{A5A24964-B1B7-41C0-AE69-B93291B4FCE8}" dt="2025-11-05T06:06:09.482" v="1117"/>
          <ac:graphicFrameMkLst>
            <pc:docMk/>
            <pc:sldMk cId="844020125" sldId="259"/>
            <ac:graphicFrameMk id="23" creationId="{EC290070-60E5-9FDE-2FFF-9050D491C03F}"/>
          </ac:graphicFrameMkLst>
        </pc:graphicFrameChg>
        <pc:picChg chg="add del">
          <ac:chgData name="Nishant Devlal" userId="9d268db0811949c5" providerId="LiveId" clId="{A5A24964-B1B7-41C0-AE69-B93291B4FCE8}" dt="2025-11-05T06:01:20.469" v="1071" actId="478"/>
          <ac:picMkLst>
            <pc:docMk/>
            <pc:sldMk cId="844020125" sldId="259"/>
            <ac:picMk id="5" creationId="{6A94234A-03AE-9739-124D-466BFFB6C344}"/>
          </ac:picMkLst>
        </pc:picChg>
        <pc:cxnChg chg="add del">
          <ac:chgData name="Nishant Devlal" userId="9d268db0811949c5" providerId="LiveId" clId="{A5A24964-B1B7-41C0-AE69-B93291B4FCE8}" dt="2025-11-05T06:01:44.057" v="1074" actId="26606"/>
          <ac:cxnSpMkLst>
            <pc:docMk/>
            <pc:sldMk cId="844020125" sldId="259"/>
            <ac:cxnSpMk id="11" creationId="{691422F5-4221-4812-AFD9-5479C6D60AD9}"/>
          </ac:cxnSpMkLst>
        </pc:cxnChg>
        <pc:cxnChg chg="add del">
          <ac:chgData name="Nishant Devlal" userId="9d268db0811949c5" providerId="LiveId" clId="{A5A24964-B1B7-41C0-AE69-B93291B4FCE8}" dt="2025-11-05T06:01:44.033" v="1073" actId="26606"/>
          <ac:cxnSpMkLst>
            <pc:docMk/>
            <pc:sldMk cId="844020125" sldId="259"/>
            <ac:cxnSpMk id="19" creationId="{05ADA91C-AD52-A530-A898-AD6E69874598}"/>
          </ac:cxnSpMkLst>
        </pc:cxnChg>
        <pc:cxnChg chg="add del">
          <ac:chgData name="Nishant Devlal" userId="9d268db0811949c5" providerId="LiveId" clId="{A5A24964-B1B7-41C0-AE69-B93291B4FCE8}" dt="2025-11-05T06:01:52.151" v="1080"/>
          <ac:cxnSpMkLst>
            <pc:docMk/>
            <pc:sldMk cId="844020125" sldId="259"/>
            <ac:cxnSpMk id="22" creationId="{B209265E-E0D7-493B-97CE-2263D50C3F0A}"/>
          </ac:cxnSpMkLst>
        </pc:cxnChg>
        <pc:cxnChg chg="add del">
          <ac:chgData name="Nishant Devlal" userId="9d268db0811949c5" providerId="LiveId" clId="{A5A24964-B1B7-41C0-AE69-B93291B4FCE8}" dt="2025-11-05T06:05:29.258" v="1104" actId="26606"/>
          <ac:cxnSpMkLst>
            <pc:docMk/>
            <pc:sldMk cId="844020125" sldId="259"/>
            <ac:cxnSpMk id="26" creationId="{D259FEF2-F6A5-442F-BA10-4E39EECD0ABE}"/>
          </ac:cxnSpMkLst>
        </pc:cxnChg>
      </pc:sldChg>
      <pc:sldChg chg="modSp new del mod">
        <pc:chgData name="Nishant Devlal" userId="9d268db0811949c5" providerId="LiveId" clId="{A5A24964-B1B7-41C0-AE69-B93291B4FCE8}" dt="2025-11-05T05:28:02.592" v="291" actId="47"/>
        <pc:sldMkLst>
          <pc:docMk/>
          <pc:sldMk cId="2430925660" sldId="260"/>
        </pc:sldMkLst>
        <pc:spChg chg="mod">
          <ac:chgData name="Nishant Devlal" userId="9d268db0811949c5" providerId="LiveId" clId="{A5A24964-B1B7-41C0-AE69-B93291B4FCE8}" dt="2025-11-05T05:27:18.778" v="290" actId="20577"/>
          <ac:spMkLst>
            <pc:docMk/>
            <pc:sldMk cId="2430925660" sldId="260"/>
            <ac:spMk id="2" creationId="{3329368D-2BB4-CCE4-5B7D-2019B376F801}"/>
          </ac:spMkLst>
        </pc:spChg>
      </pc:sldChg>
      <pc:sldChg chg="addSp delSp modSp new mod modTransition setBg delDesignElem">
        <pc:chgData name="Nishant Devlal" userId="9d268db0811949c5" providerId="LiveId" clId="{A5A24964-B1B7-41C0-AE69-B93291B4FCE8}" dt="2025-11-05T09:31:04.672" v="3491"/>
        <pc:sldMkLst>
          <pc:docMk/>
          <pc:sldMk cId="4077937776" sldId="260"/>
        </pc:sldMkLst>
        <pc:spChg chg="mod">
          <ac:chgData name="Nishant Devlal" userId="9d268db0811949c5" providerId="LiveId" clId="{A5A24964-B1B7-41C0-AE69-B93291B4FCE8}" dt="2025-11-05T06:09:20.314" v="1126" actId="26606"/>
          <ac:spMkLst>
            <pc:docMk/>
            <pc:sldMk cId="4077937776" sldId="260"/>
            <ac:spMk id="2" creationId="{52A077CB-DC23-86F8-4539-C91101A57F70}"/>
          </ac:spMkLst>
        </pc:spChg>
        <pc:spChg chg="del mod">
          <ac:chgData name="Nishant Devlal" userId="9d268db0811949c5" providerId="LiveId" clId="{A5A24964-B1B7-41C0-AE69-B93291B4FCE8}" dt="2025-11-05T05:35:50.346" v="630" actId="26606"/>
          <ac:spMkLst>
            <pc:docMk/>
            <pc:sldMk cId="4077937776" sldId="260"/>
            <ac:spMk id="3" creationId="{A2042AA5-07AA-9E3B-40FC-CD8AA06828B4}"/>
          </ac:spMkLst>
        </pc:spChg>
        <pc:spChg chg="add del">
          <ac:chgData name="Nishant Devlal" userId="9d268db0811949c5" providerId="LiveId" clId="{A5A24964-B1B7-41C0-AE69-B93291B4FCE8}" dt="2025-11-05T06:01:52.151" v="1080"/>
          <ac:spMkLst>
            <pc:docMk/>
            <pc:sldMk cId="4077937776" sldId="260"/>
            <ac:spMk id="9" creationId="{DBDA151C-5770-45E4-AAFF-59E7F403866D}"/>
          </ac:spMkLst>
        </pc:spChg>
        <pc:graphicFrameChg chg="add mod modGraphic">
          <ac:chgData name="Nishant Devlal" userId="9d268db0811949c5" providerId="LiveId" clId="{A5A24964-B1B7-41C0-AE69-B93291B4FCE8}" dt="2025-11-05T06:09:20.314" v="1126" actId="26606"/>
          <ac:graphicFrameMkLst>
            <pc:docMk/>
            <pc:sldMk cId="4077937776" sldId="260"/>
            <ac:graphicFrameMk id="5" creationId="{63BB2ACA-AA6D-2310-4FBD-D5B6C1852FEB}"/>
          </ac:graphicFrameMkLst>
        </pc:graphicFrameChg>
        <pc:cxnChg chg="add del">
          <ac:chgData name="Nishant Devlal" userId="9d268db0811949c5" providerId="LiveId" clId="{A5A24964-B1B7-41C0-AE69-B93291B4FCE8}" dt="2025-11-05T06:01:52.151" v="1080"/>
          <ac:cxnSpMkLst>
            <pc:docMk/>
            <pc:sldMk cId="4077937776" sldId="260"/>
            <ac:cxnSpMk id="11" creationId="{05ADA91C-AD52-A530-A898-AD6E69874598}"/>
          </ac:cxnSpMkLst>
        </pc:cxnChg>
      </pc:sldChg>
      <pc:sldChg chg="addSp delSp modSp new mod modTransition setBg">
        <pc:chgData name="Nishant Devlal" userId="9d268db0811949c5" providerId="LiveId" clId="{A5A24964-B1B7-41C0-AE69-B93291B4FCE8}" dt="2025-11-05T09:31:09.980" v="3492"/>
        <pc:sldMkLst>
          <pc:docMk/>
          <pc:sldMk cId="3135363093" sldId="261"/>
        </pc:sldMkLst>
        <pc:spChg chg="mod">
          <ac:chgData name="Nishant Devlal" userId="9d268db0811949c5" providerId="LiveId" clId="{A5A24964-B1B7-41C0-AE69-B93291B4FCE8}" dt="2025-11-05T06:09:44.937" v="1129" actId="26606"/>
          <ac:spMkLst>
            <pc:docMk/>
            <pc:sldMk cId="3135363093" sldId="261"/>
            <ac:spMk id="2" creationId="{609DC5A2-472A-0506-0C20-DABF2B013FB3}"/>
          </ac:spMkLst>
        </pc:spChg>
        <pc:spChg chg="add del mod">
          <ac:chgData name="Nishant Devlal" userId="9d268db0811949c5" providerId="LiveId" clId="{A5A24964-B1B7-41C0-AE69-B93291B4FCE8}" dt="2025-11-05T06:09:44.937" v="1129" actId="26606"/>
          <ac:spMkLst>
            <pc:docMk/>
            <pc:sldMk cId="3135363093" sldId="261"/>
            <ac:spMk id="3" creationId="{FC6CDB34-D72B-D43F-DB04-44BA6E36E07F}"/>
          </ac:spMkLst>
        </pc:spChg>
        <pc:spChg chg="add">
          <ac:chgData name="Nishant Devlal" userId="9d268db0811949c5" providerId="LiveId" clId="{A5A24964-B1B7-41C0-AE69-B93291B4FCE8}" dt="2025-11-05T05:43:16.814" v="847"/>
          <ac:spMkLst>
            <pc:docMk/>
            <pc:sldMk cId="3135363093" sldId="261"/>
            <ac:spMk id="4" creationId="{19C59AF7-D9BC-7712-FEE8-DD2D867139C4}"/>
          </ac:spMkLst>
        </pc:spChg>
        <pc:spChg chg="add">
          <ac:chgData name="Nishant Devlal" userId="9d268db0811949c5" providerId="LiveId" clId="{A5A24964-B1B7-41C0-AE69-B93291B4FCE8}" dt="2025-11-05T05:43:22.616" v="848"/>
          <ac:spMkLst>
            <pc:docMk/>
            <pc:sldMk cId="3135363093" sldId="261"/>
            <ac:spMk id="5" creationId="{6549DDF4-22E8-60E9-A3F4-5E9FB9AE2310}"/>
          </ac:spMkLst>
        </pc:spChg>
        <pc:spChg chg="add">
          <ac:chgData name="Nishant Devlal" userId="9d268db0811949c5" providerId="LiveId" clId="{A5A24964-B1B7-41C0-AE69-B93291B4FCE8}" dt="2025-11-05T06:09:44.937" v="1129" actId="26606"/>
          <ac:spMkLst>
            <pc:docMk/>
            <pc:sldMk cId="3135363093" sldId="261"/>
            <ac:spMk id="9" creationId="{7BEFDA1A-2A01-4C29-A5D0-AE6F050D07DF}"/>
          </ac:spMkLst>
        </pc:spChg>
        <pc:spChg chg="add del mod">
          <ac:chgData name="Nishant Devlal" userId="9d268db0811949c5" providerId="LiveId" clId="{A5A24964-B1B7-41C0-AE69-B93291B4FCE8}" dt="2025-11-05T09:05:11.694" v="2579" actId="26606"/>
          <ac:spMkLst>
            <pc:docMk/>
            <pc:sldMk cId="3135363093" sldId="261"/>
            <ac:spMk id="10" creationId="{FC6CDB34-D72B-D43F-DB04-44BA6E36E07F}"/>
          </ac:spMkLst>
        </pc:spChg>
        <pc:spChg chg="add">
          <ac:chgData name="Nishant Devlal" userId="9d268db0811949c5" providerId="LiveId" clId="{A5A24964-B1B7-41C0-AE69-B93291B4FCE8}" dt="2025-11-05T06:09:44.937" v="1129" actId="26606"/>
          <ac:spMkLst>
            <pc:docMk/>
            <pc:sldMk cId="3135363093" sldId="261"/>
            <ac:spMk id="13" creationId="{279D3810-B86F-4009-84EC-DE0FEABD6FCE}"/>
          </ac:spMkLst>
        </pc:spChg>
        <pc:graphicFrameChg chg="add del">
          <ac:chgData name="Nishant Devlal" userId="9d268db0811949c5" providerId="LiveId" clId="{A5A24964-B1B7-41C0-AE69-B93291B4FCE8}" dt="2025-11-05T06:09:44.903" v="1128" actId="26606"/>
          <ac:graphicFrameMkLst>
            <pc:docMk/>
            <pc:sldMk cId="3135363093" sldId="261"/>
            <ac:graphicFrameMk id="6" creationId="{54FFE491-833F-B719-7A08-4EF0BB1551E6}"/>
          </ac:graphicFrameMkLst>
        </pc:graphicFrameChg>
        <pc:graphicFrameChg chg="add mod">
          <ac:chgData name="Nishant Devlal" userId="9d268db0811949c5" providerId="LiveId" clId="{A5A24964-B1B7-41C0-AE69-B93291B4FCE8}" dt="2025-11-05T09:06:18.501" v="2585" actId="1076"/>
          <ac:graphicFrameMkLst>
            <pc:docMk/>
            <pc:sldMk cId="3135363093" sldId="261"/>
            <ac:graphicFrameMk id="19" creationId="{E66C5149-7FC4-018C-81D2-E7B37BA336E6}"/>
          </ac:graphicFrameMkLst>
        </pc:graphicFrameChg>
        <pc:picChg chg="add mod">
          <ac:chgData name="Nishant Devlal" userId="9d268db0811949c5" providerId="LiveId" clId="{A5A24964-B1B7-41C0-AE69-B93291B4FCE8}" dt="2025-11-05T08:57:24.912" v="2277" actId="1036"/>
          <ac:picMkLst>
            <pc:docMk/>
            <pc:sldMk cId="3135363093" sldId="261"/>
            <ac:picMk id="8" creationId="{AC2CBB7E-103C-8A0B-B743-F24F925EB84D}"/>
          </ac:picMkLst>
        </pc:picChg>
        <pc:picChg chg="add">
          <ac:chgData name="Nishant Devlal" userId="9d268db0811949c5" providerId="LiveId" clId="{A5A24964-B1B7-41C0-AE69-B93291B4FCE8}" dt="2025-11-05T06:09:44.937" v="1129" actId="26606"/>
          <ac:picMkLst>
            <pc:docMk/>
            <pc:sldMk cId="3135363093" sldId="261"/>
            <ac:picMk id="15" creationId="{C33612A4-0B77-4479-B2AA-F178599550AA}"/>
          </ac:picMkLst>
        </pc:picChg>
        <pc:cxnChg chg="add">
          <ac:chgData name="Nishant Devlal" userId="9d268db0811949c5" providerId="LiveId" clId="{A5A24964-B1B7-41C0-AE69-B93291B4FCE8}" dt="2025-11-05T06:09:44.937" v="1129" actId="26606"/>
          <ac:cxnSpMkLst>
            <pc:docMk/>
            <pc:sldMk cId="3135363093" sldId="261"/>
            <ac:cxnSpMk id="11" creationId="{17FD20E5-30AF-47B9-9256-2E8E904CBBC1}"/>
          </ac:cxnSpMkLst>
        </pc:cxnChg>
        <pc:cxnChg chg="add">
          <ac:chgData name="Nishant Devlal" userId="9d268db0811949c5" providerId="LiveId" clId="{A5A24964-B1B7-41C0-AE69-B93291B4FCE8}" dt="2025-11-05T06:09:44.937" v="1129" actId="26606"/>
          <ac:cxnSpMkLst>
            <pc:docMk/>
            <pc:sldMk cId="3135363093" sldId="261"/>
            <ac:cxnSpMk id="17" creationId="{078A367A-3E83-4B48-A0F7-43FBE33328F5}"/>
          </ac:cxnSpMkLst>
        </pc:cxnChg>
      </pc:sldChg>
      <pc:sldChg chg="addSp delSp modSp new mod modTransition setBg modAnim">
        <pc:chgData name="Nishant Devlal" userId="9d268db0811949c5" providerId="LiveId" clId="{A5A24964-B1B7-41C0-AE69-B93291B4FCE8}" dt="2025-11-05T09:32:05.190" v="3499"/>
        <pc:sldMkLst>
          <pc:docMk/>
          <pc:sldMk cId="1726258881" sldId="262"/>
        </pc:sldMkLst>
        <pc:spChg chg="mod">
          <ac:chgData name="Nishant Devlal" userId="9d268db0811949c5" providerId="LiveId" clId="{A5A24964-B1B7-41C0-AE69-B93291B4FCE8}" dt="2025-11-05T08:28:33.510" v="1375" actId="20577"/>
          <ac:spMkLst>
            <pc:docMk/>
            <pc:sldMk cId="1726258881" sldId="262"/>
            <ac:spMk id="2" creationId="{90D7FE4A-73C3-CA48-26B2-7C8468AB33D2}"/>
          </ac:spMkLst>
        </pc:spChg>
        <pc:spChg chg="del mod">
          <ac:chgData name="Nishant Devlal" userId="9d268db0811949c5" providerId="LiveId" clId="{A5A24964-B1B7-41C0-AE69-B93291B4FCE8}" dt="2025-11-05T08:26:48.179" v="1321" actId="931"/>
          <ac:spMkLst>
            <pc:docMk/>
            <pc:sldMk cId="1726258881" sldId="262"/>
            <ac:spMk id="3" creationId="{193BE483-7A6C-FA6E-E00C-A5B89F2084E0}"/>
          </ac:spMkLst>
        </pc:spChg>
        <pc:spChg chg="add del">
          <ac:chgData name="Nishant Devlal" userId="9d268db0811949c5" providerId="LiveId" clId="{A5A24964-B1B7-41C0-AE69-B93291B4FCE8}" dt="2025-11-05T08:27:43.405" v="1336" actId="26606"/>
          <ac:spMkLst>
            <pc:docMk/>
            <pc:sldMk cId="1726258881" sldId="262"/>
            <ac:spMk id="9" creationId="{58FE0C71-EB70-236D-4250-F19CA5876211}"/>
          </ac:spMkLst>
        </pc:spChg>
        <pc:spChg chg="add del">
          <ac:chgData name="Nishant Devlal" userId="9d268db0811949c5" providerId="LiveId" clId="{A5A24964-B1B7-41C0-AE69-B93291B4FCE8}" dt="2025-11-05T08:27:39.839" v="1332" actId="26606"/>
          <ac:spMkLst>
            <pc:docMk/>
            <pc:sldMk cId="1726258881" sldId="262"/>
            <ac:spMk id="10" creationId="{84C75E2B-CACA-478C-B26B-182AF87A18E3}"/>
          </ac:spMkLst>
        </pc:spChg>
        <pc:spChg chg="add del">
          <ac:chgData name="Nishant Devlal" userId="9d268db0811949c5" providerId="LiveId" clId="{A5A24964-B1B7-41C0-AE69-B93291B4FCE8}" dt="2025-11-05T08:27:39.839" v="1332" actId="26606"/>
          <ac:spMkLst>
            <pc:docMk/>
            <pc:sldMk cId="1726258881" sldId="262"/>
            <ac:spMk id="18" creationId="{593D0D1F-C0CE-416A-883C-BF1E03F63B4B}"/>
          </ac:spMkLst>
        </pc:spChg>
        <pc:spChg chg="add del">
          <ac:chgData name="Nishant Devlal" userId="9d268db0811949c5" providerId="LiveId" clId="{A5A24964-B1B7-41C0-AE69-B93291B4FCE8}" dt="2025-11-05T08:27:39.839" v="1332" actId="26606"/>
          <ac:spMkLst>
            <pc:docMk/>
            <pc:sldMk cId="1726258881" sldId="262"/>
            <ac:spMk id="20" creationId="{94BB6862-3393-46CC-9A80-E400B3206A09}"/>
          </ac:spMkLst>
        </pc:spChg>
        <pc:spChg chg="add del">
          <ac:chgData name="Nishant Devlal" userId="9d268db0811949c5" providerId="LiveId" clId="{A5A24964-B1B7-41C0-AE69-B93291B4FCE8}" dt="2025-11-05T08:27:41.300" v="1334" actId="26606"/>
          <ac:spMkLst>
            <pc:docMk/>
            <pc:sldMk cId="1726258881" sldId="262"/>
            <ac:spMk id="30" creationId="{84C75E2B-CACA-478C-B26B-182AF87A18E3}"/>
          </ac:spMkLst>
        </pc:spChg>
        <pc:spChg chg="add del">
          <ac:chgData name="Nishant Devlal" userId="9d268db0811949c5" providerId="LiveId" clId="{A5A24964-B1B7-41C0-AE69-B93291B4FCE8}" dt="2025-11-05T08:27:41.300" v="1334" actId="26606"/>
          <ac:spMkLst>
            <pc:docMk/>
            <pc:sldMk cId="1726258881" sldId="262"/>
            <ac:spMk id="34" creationId="{E5204C30-4ABA-4B2E-9D2B-9BEB77E44430}"/>
          </ac:spMkLst>
        </pc:spChg>
        <pc:spChg chg="add del">
          <ac:chgData name="Nishant Devlal" userId="9d268db0811949c5" providerId="LiveId" clId="{A5A24964-B1B7-41C0-AE69-B93291B4FCE8}" dt="2025-11-05T08:27:41.300" v="1334" actId="26606"/>
          <ac:spMkLst>
            <pc:docMk/>
            <pc:sldMk cId="1726258881" sldId="262"/>
            <ac:spMk id="35" creationId="{60D2F65F-F91E-49D5-A1AD-D5B532905015}"/>
          </ac:spMkLst>
        </pc:spChg>
        <pc:spChg chg="add del">
          <ac:chgData name="Nishant Devlal" userId="9d268db0811949c5" providerId="LiveId" clId="{A5A24964-B1B7-41C0-AE69-B93291B4FCE8}" dt="2025-11-05T08:27:43.405" v="1336" actId="26606"/>
          <ac:spMkLst>
            <pc:docMk/>
            <pc:sldMk cId="1726258881" sldId="262"/>
            <ac:spMk id="42" creationId="{5BB14454-D00C-4958-BB39-F5F9F3ACD499}"/>
          </ac:spMkLst>
        </pc:spChg>
        <pc:spChg chg="add del">
          <ac:chgData name="Nishant Devlal" userId="9d268db0811949c5" providerId="LiveId" clId="{A5A24964-B1B7-41C0-AE69-B93291B4FCE8}" dt="2025-11-05T08:27:43.405" v="1336" actId="26606"/>
          <ac:spMkLst>
            <pc:docMk/>
            <pc:sldMk cId="1726258881" sldId="262"/>
            <ac:spMk id="44" creationId="{A1084370-0E70-4003-9787-3490FCC20E13}"/>
          </ac:spMkLst>
        </pc:spChg>
        <pc:spChg chg="add del">
          <ac:chgData name="Nishant Devlal" userId="9d268db0811949c5" providerId="LiveId" clId="{A5A24964-B1B7-41C0-AE69-B93291B4FCE8}" dt="2025-11-05T08:27:48.777" v="1338" actId="26606"/>
          <ac:spMkLst>
            <pc:docMk/>
            <pc:sldMk cId="1726258881" sldId="262"/>
            <ac:spMk id="49" creationId="{021A4066-B261-49FE-952E-A0FE3EE75CD2}"/>
          </ac:spMkLst>
        </pc:spChg>
        <pc:spChg chg="add del">
          <ac:chgData name="Nishant Devlal" userId="9d268db0811949c5" providerId="LiveId" clId="{A5A24964-B1B7-41C0-AE69-B93291B4FCE8}" dt="2025-11-05T08:27:48.777" v="1338" actId="26606"/>
          <ac:spMkLst>
            <pc:docMk/>
            <pc:sldMk cId="1726258881" sldId="262"/>
            <ac:spMk id="51" creationId="{81958111-BC13-4D45-AB27-0C2C83F9BA64}"/>
          </ac:spMkLst>
        </pc:spChg>
        <pc:spChg chg="add del">
          <ac:chgData name="Nishant Devlal" userId="9d268db0811949c5" providerId="LiveId" clId="{A5A24964-B1B7-41C0-AE69-B93291B4FCE8}" dt="2025-11-05T08:27:48.777" v="1338" actId="26606"/>
          <ac:spMkLst>
            <pc:docMk/>
            <pc:sldMk cId="1726258881" sldId="262"/>
            <ac:spMk id="52" creationId="{1ABBD4F5-D5E5-1E54-67D7-311BC2F12C6A}"/>
          </ac:spMkLst>
        </pc:spChg>
        <pc:spChg chg="add del">
          <ac:chgData name="Nishant Devlal" userId="9d268db0811949c5" providerId="LiveId" clId="{A5A24964-B1B7-41C0-AE69-B93291B4FCE8}" dt="2025-11-05T08:28:25.533" v="1362" actId="26606"/>
          <ac:spMkLst>
            <pc:docMk/>
            <pc:sldMk cId="1726258881" sldId="262"/>
            <ac:spMk id="59" creationId="{84C75E2B-CACA-478C-B26B-182AF87A18E3}"/>
          </ac:spMkLst>
        </pc:spChg>
        <pc:spChg chg="add del">
          <ac:chgData name="Nishant Devlal" userId="9d268db0811949c5" providerId="LiveId" clId="{A5A24964-B1B7-41C0-AE69-B93291B4FCE8}" dt="2025-11-05T08:28:25.533" v="1362" actId="26606"/>
          <ac:spMkLst>
            <pc:docMk/>
            <pc:sldMk cId="1726258881" sldId="262"/>
            <ac:spMk id="63" creationId="{593D0D1F-C0CE-416A-883C-BF1E03F63B4B}"/>
          </ac:spMkLst>
        </pc:spChg>
        <pc:spChg chg="add del">
          <ac:chgData name="Nishant Devlal" userId="9d268db0811949c5" providerId="LiveId" clId="{A5A24964-B1B7-41C0-AE69-B93291B4FCE8}" dt="2025-11-05T08:28:25.533" v="1362" actId="26606"/>
          <ac:spMkLst>
            <pc:docMk/>
            <pc:sldMk cId="1726258881" sldId="262"/>
            <ac:spMk id="64" creationId="{94BB6862-3393-46CC-9A80-E400B3206A09}"/>
          </ac:spMkLst>
        </pc:spChg>
        <pc:grpChg chg="add del">
          <ac:chgData name="Nishant Devlal" userId="9d268db0811949c5" providerId="LiveId" clId="{A5A24964-B1B7-41C0-AE69-B93291B4FCE8}" dt="2025-11-05T08:27:39.839" v="1332" actId="26606"/>
          <ac:grpSpMkLst>
            <pc:docMk/>
            <pc:sldMk cId="1726258881" sldId="262"/>
            <ac:grpSpMk id="22" creationId="{ECD36A4A-123D-46E3-8A64-13B8B3F019BD}"/>
          </ac:grpSpMkLst>
        </pc:grpChg>
        <pc:grpChg chg="add del">
          <ac:chgData name="Nishant Devlal" userId="9d268db0811949c5" providerId="LiveId" clId="{A5A24964-B1B7-41C0-AE69-B93291B4FCE8}" dt="2025-11-05T08:27:41.300" v="1334" actId="26606"/>
          <ac:grpSpMkLst>
            <pc:docMk/>
            <pc:sldMk cId="1726258881" sldId="262"/>
            <ac:grpSpMk id="36" creationId="{D0BDFEB6-D2AA-410C-A693-EA7E9BBA3BFF}"/>
          </ac:grpSpMkLst>
        </pc:grpChg>
        <pc:grpChg chg="add del">
          <ac:chgData name="Nishant Devlal" userId="9d268db0811949c5" providerId="LiveId" clId="{A5A24964-B1B7-41C0-AE69-B93291B4FCE8}" dt="2025-11-05T08:27:43.405" v="1336" actId="26606"/>
          <ac:grpSpMkLst>
            <pc:docMk/>
            <pc:sldMk cId="1726258881" sldId="262"/>
            <ac:grpSpMk id="45" creationId="{2B7C66D2-22E8-4E8F-829B-050BFA7C86C5}"/>
          </ac:grpSpMkLst>
        </pc:grpChg>
        <pc:grpChg chg="add del">
          <ac:chgData name="Nishant Devlal" userId="9d268db0811949c5" providerId="LiveId" clId="{A5A24964-B1B7-41C0-AE69-B93291B4FCE8}" dt="2025-11-05T08:27:48.777" v="1338" actId="26606"/>
          <ac:grpSpMkLst>
            <pc:docMk/>
            <pc:sldMk cId="1726258881" sldId="262"/>
            <ac:grpSpMk id="53" creationId="{82188758-E18A-4CE5-9D03-F4BF5D887C3F}"/>
          </ac:grpSpMkLst>
        </pc:grpChg>
        <pc:grpChg chg="add del">
          <ac:chgData name="Nishant Devlal" userId="9d268db0811949c5" providerId="LiveId" clId="{A5A24964-B1B7-41C0-AE69-B93291B4FCE8}" dt="2025-11-05T08:28:25.533" v="1362" actId="26606"/>
          <ac:grpSpMkLst>
            <pc:docMk/>
            <pc:sldMk cId="1726258881" sldId="262"/>
            <ac:grpSpMk id="65" creationId="{ECD36A4A-123D-46E3-8A64-13B8B3F019BD}"/>
          </ac:grpSpMkLst>
        </pc:grpChg>
        <pc:picChg chg="add mod modCrop">
          <ac:chgData name="Nishant Devlal" userId="9d268db0811949c5" providerId="LiveId" clId="{A5A24964-B1B7-41C0-AE69-B93291B4FCE8}" dt="2025-11-05T08:29:43.002" v="1398" actId="1076"/>
          <ac:picMkLst>
            <pc:docMk/>
            <pc:sldMk cId="1726258881" sldId="262"/>
            <ac:picMk id="5" creationId="{1D9EC5AE-65F6-17C0-12C3-182300CBF096}"/>
          </ac:picMkLst>
        </pc:picChg>
        <pc:picChg chg="add del">
          <ac:chgData name="Nishant Devlal" userId="9d268db0811949c5" providerId="LiveId" clId="{A5A24964-B1B7-41C0-AE69-B93291B4FCE8}" dt="2025-11-05T08:27:39.839" v="1332" actId="26606"/>
          <ac:picMkLst>
            <pc:docMk/>
            <pc:sldMk cId="1726258881" sldId="262"/>
            <ac:picMk id="12" creationId="{50FF2874-547C-4D14-9E18-28B19002FB8C}"/>
          </ac:picMkLst>
        </pc:picChg>
        <pc:picChg chg="add del">
          <ac:chgData name="Nishant Devlal" userId="9d268db0811949c5" providerId="LiveId" clId="{A5A24964-B1B7-41C0-AE69-B93291B4FCE8}" dt="2025-11-05T08:27:39.839" v="1332" actId="26606"/>
          <ac:picMkLst>
            <pc:docMk/>
            <pc:sldMk cId="1726258881" sldId="262"/>
            <ac:picMk id="26" creationId="{55EC7096-D0A6-471D-AE28-B68D70388E32}"/>
          </ac:picMkLst>
        </pc:picChg>
        <pc:picChg chg="add del">
          <ac:chgData name="Nishant Devlal" userId="9d268db0811949c5" providerId="LiveId" clId="{A5A24964-B1B7-41C0-AE69-B93291B4FCE8}" dt="2025-11-05T08:27:41.300" v="1334" actId="26606"/>
          <ac:picMkLst>
            <pc:docMk/>
            <pc:sldMk cId="1726258881" sldId="262"/>
            <ac:picMk id="31" creationId="{50FF2874-547C-4D14-9E18-28B19002FB8C}"/>
          </ac:picMkLst>
        </pc:picChg>
        <pc:picChg chg="add del">
          <ac:chgData name="Nishant Devlal" userId="9d268db0811949c5" providerId="LiveId" clId="{A5A24964-B1B7-41C0-AE69-B93291B4FCE8}" dt="2025-11-05T08:27:41.300" v="1334" actId="26606"/>
          <ac:picMkLst>
            <pc:docMk/>
            <pc:sldMk cId="1726258881" sldId="262"/>
            <ac:picMk id="39" creationId="{7CBA4719-C30A-462C-A3A7-5D93A2B30C0C}"/>
          </ac:picMkLst>
        </pc:picChg>
        <pc:picChg chg="add del">
          <ac:chgData name="Nishant Devlal" userId="9d268db0811949c5" providerId="LiveId" clId="{A5A24964-B1B7-41C0-AE69-B93291B4FCE8}" dt="2025-11-05T08:27:43.405" v="1336" actId="26606"/>
          <ac:picMkLst>
            <pc:docMk/>
            <pc:sldMk cId="1726258881" sldId="262"/>
            <ac:picMk id="47" creationId="{3635D2BC-4EDA-4A3E-83BF-035608099BD5}"/>
          </ac:picMkLst>
        </pc:picChg>
        <pc:picChg chg="add del">
          <ac:chgData name="Nishant Devlal" userId="9d268db0811949c5" providerId="LiveId" clId="{A5A24964-B1B7-41C0-AE69-B93291B4FCE8}" dt="2025-11-05T08:27:48.777" v="1338" actId="26606"/>
          <ac:picMkLst>
            <pc:docMk/>
            <pc:sldMk cId="1726258881" sldId="262"/>
            <ac:picMk id="56" creationId="{D42F4933-2ECF-4EE5-BCE4-F19E3CA609FE}"/>
          </ac:picMkLst>
        </pc:picChg>
        <pc:picChg chg="add del">
          <ac:chgData name="Nishant Devlal" userId="9d268db0811949c5" providerId="LiveId" clId="{A5A24964-B1B7-41C0-AE69-B93291B4FCE8}" dt="2025-11-05T08:28:25.533" v="1362" actId="26606"/>
          <ac:picMkLst>
            <pc:docMk/>
            <pc:sldMk cId="1726258881" sldId="262"/>
            <ac:picMk id="60" creationId="{50FF2874-547C-4D14-9E18-28B19002FB8C}"/>
          </ac:picMkLst>
        </pc:picChg>
        <pc:picChg chg="add del">
          <ac:chgData name="Nishant Devlal" userId="9d268db0811949c5" providerId="LiveId" clId="{A5A24964-B1B7-41C0-AE69-B93291B4FCE8}" dt="2025-11-05T08:28:25.533" v="1362" actId="26606"/>
          <ac:picMkLst>
            <pc:docMk/>
            <pc:sldMk cId="1726258881" sldId="262"/>
            <ac:picMk id="67" creationId="{55EC7096-D0A6-471D-AE28-B68D70388E32}"/>
          </ac:picMkLst>
        </pc:picChg>
        <pc:cxnChg chg="add del">
          <ac:chgData name="Nishant Devlal" userId="9d268db0811949c5" providerId="LiveId" clId="{A5A24964-B1B7-41C0-AE69-B93291B4FCE8}" dt="2025-11-05T08:27:39.839" v="1332" actId="26606"/>
          <ac:cxnSpMkLst>
            <pc:docMk/>
            <pc:sldMk cId="1726258881" sldId="262"/>
            <ac:cxnSpMk id="14" creationId="{36CF827D-A163-47F7-BD87-34EB4FA7D696}"/>
          </ac:cxnSpMkLst>
        </pc:cxnChg>
        <pc:cxnChg chg="add del">
          <ac:chgData name="Nishant Devlal" userId="9d268db0811949c5" providerId="LiveId" clId="{A5A24964-B1B7-41C0-AE69-B93291B4FCE8}" dt="2025-11-05T08:27:39.839" v="1332" actId="26606"/>
          <ac:cxnSpMkLst>
            <pc:docMk/>
            <pc:sldMk cId="1726258881" sldId="262"/>
            <ac:cxnSpMk id="16" creationId="{D299D9A9-1DA8-433D-A9BC-FB48D93D4217}"/>
          </ac:cxnSpMkLst>
        </pc:cxnChg>
        <pc:cxnChg chg="add del">
          <ac:chgData name="Nishant Devlal" userId="9d268db0811949c5" providerId="LiveId" clId="{A5A24964-B1B7-41C0-AE69-B93291B4FCE8}" dt="2025-11-05T08:27:43.405" v="1336" actId="26606"/>
          <ac:cxnSpMkLst>
            <pc:docMk/>
            <pc:sldMk cId="1726258881" sldId="262"/>
            <ac:cxnSpMk id="24" creationId="{A3C86EB9-7FA9-42F7-B348-A7FD17436A94}"/>
          </ac:cxnSpMkLst>
        </pc:cxnChg>
        <pc:cxnChg chg="add del">
          <ac:chgData name="Nishant Devlal" userId="9d268db0811949c5" providerId="LiveId" clId="{A5A24964-B1B7-41C0-AE69-B93291B4FCE8}" dt="2025-11-05T08:27:41.300" v="1334" actId="26606"/>
          <ac:cxnSpMkLst>
            <pc:docMk/>
            <pc:sldMk cId="1726258881" sldId="262"/>
            <ac:cxnSpMk id="32" creationId="{36CF827D-A163-47F7-BD87-34EB4FA7D696}"/>
          </ac:cxnSpMkLst>
        </pc:cxnChg>
        <pc:cxnChg chg="add del">
          <ac:chgData name="Nishant Devlal" userId="9d268db0811949c5" providerId="LiveId" clId="{A5A24964-B1B7-41C0-AE69-B93291B4FCE8}" dt="2025-11-05T08:27:41.300" v="1334" actId="26606"/>
          <ac:cxnSpMkLst>
            <pc:docMk/>
            <pc:sldMk cId="1726258881" sldId="262"/>
            <ac:cxnSpMk id="40" creationId="{F30857DA-DEF8-4780-BECA-1C220534422F}"/>
          </ac:cxnSpMkLst>
        </pc:cxnChg>
        <pc:cxnChg chg="add del">
          <ac:chgData name="Nishant Devlal" userId="9d268db0811949c5" providerId="LiveId" clId="{A5A24964-B1B7-41C0-AE69-B93291B4FCE8}" dt="2025-11-05T08:27:43.405" v="1336" actId="26606"/>
          <ac:cxnSpMkLst>
            <pc:docMk/>
            <pc:sldMk cId="1726258881" sldId="262"/>
            <ac:cxnSpMk id="43" creationId="{28A657A7-C4E5-425B-98FA-BB817FF7BFB0}"/>
          </ac:cxnSpMkLst>
        </pc:cxnChg>
        <pc:cxnChg chg="add del">
          <ac:chgData name="Nishant Devlal" userId="9d268db0811949c5" providerId="LiveId" clId="{A5A24964-B1B7-41C0-AE69-B93291B4FCE8}" dt="2025-11-05T08:27:48.777" v="1338" actId="26606"/>
          <ac:cxnSpMkLst>
            <pc:docMk/>
            <pc:sldMk cId="1726258881" sldId="262"/>
            <ac:cxnSpMk id="50" creationId="{381B4579-E2EA-4BD7-94FF-0A0BEE135C6B}"/>
          </ac:cxnSpMkLst>
        </pc:cxnChg>
        <pc:cxnChg chg="add del">
          <ac:chgData name="Nishant Devlal" userId="9d268db0811949c5" providerId="LiveId" clId="{A5A24964-B1B7-41C0-AE69-B93291B4FCE8}" dt="2025-11-05T08:27:48.777" v="1338" actId="26606"/>
          <ac:cxnSpMkLst>
            <pc:docMk/>
            <pc:sldMk cId="1726258881" sldId="262"/>
            <ac:cxnSpMk id="57" creationId="{C6FAC23C-014D-4AC5-AD1B-36F7D0E7EF32}"/>
          </ac:cxnSpMkLst>
        </pc:cxnChg>
        <pc:cxnChg chg="add">
          <ac:chgData name="Nishant Devlal" userId="9d268db0811949c5" providerId="LiveId" clId="{A5A24964-B1B7-41C0-AE69-B93291B4FCE8}" dt="2025-11-05T08:27:48.808" v="1339" actId="26606"/>
          <ac:cxnSpMkLst>
            <pc:docMk/>
            <pc:sldMk cId="1726258881" sldId="262"/>
            <ac:cxnSpMk id="61" creationId="{36CF827D-A163-47F7-BD87-34EB4FA7D696}"/>
          </ac:cxnSpMkLst>
        </pc:cxnChg>
        <pc:cxnChg chg="add del">
          <ac:chgData name="Nishant Devlal" userId="9d268db0811949c5" providerId="LiveId" clId="{A5A24964-B1B7-41C0-AE69-B93291B4FCE8}" dt="2025-11-05T08:28:25.533" v="1362" actId="26606"/>
          <ac:cxnSpMkLst>
            <pc:docMk/>
            <pc:sldMk cId="1726258881" sldId="262"/>
            <ac:cxnSpMk id="62" creationId="{D299D9A9-1DA8-433D-A9BC-FB48D93D4217}"/>
          </ac:cxnSpMkLst>
        </pc:cxnChg>
        <pc:cxnChg chg="del">
          <ac:chgData name="Nishant Devlal" userId="9d268db0811949c5" providerId="LiveId" clId="{A5A24964-B1B7-41C0-AE69-B93291B4FCE8}" dt="2025-11-05T08:28:25.533" v="1362" actId="26606"/>
          <ac:cxnSpMkLst>
            <pc:docMk/>
            <pc:sldMk cId="1726258881" sldId="262"/>
            <ac:cxnSpMk id="68" creationId="{2E98EB88-99B6-483D-B203-0D5D63100504}"/>
          </ac:cxnSpMkLst>
        </pc:cxnChg>
      </pc:sldChg>
      <pc:sldChg chg="addSp delSp modSp new mod modTransition setBg setClrOvrMap">
        <pc:chgData name="Nishant Devlal" userId="9d268db0811949c5" providerId="LiveId" clId="{A5A24964-B1B7-41C0-AE69-B93291B4FCE8}" dt="2025-11-05T09:32:10.051" v="3500"/>
        <pc:sldMkLst>
          <pc:docMk/>
          <pc:sldMk cId="3964045760" sldId="263"/>
        </pc:sldMkLst>
        <pc:spChg chg="mod">
          <ac:chgData name="Nishant Devlal" userId="9d268db0811949c5" providerId="LiveId" clId="{A5A24964-B1B7-41C0-AE69-B93291B4FCE8}" dt="2025-11-05T08:36:33.573" v="1457" actId="26606"/>
          <ac:spMkLst>
            <pc:docMk/>
            <pc:sldMk cId="3964045760" sldId="263"/>
            <ac:spMk id="2" creationId="{8A3D3348-BF9F-33C0-6F58-1F3E4397AD4E}"/>
          </ac:spMkLst>
        </pc:spChg>
        <pc:spChg chg="del mod">
          <ac:chgData name="Nishant Devlal" userId="9d268db0811949c5" providerId="LiveId" clId="{A5A24964-B1B7-41C0-AE69-B93291B4FCE8}" dt="2025-11-05T08:33:43.510" v="1399"/>
          <ac:spMkLst>
            <pc:docMk/>
            <pc:sldMk cId="3964045760" sldId="263"/>
            <ac:spMk id="3" creationId="{A1DD3E87-E18F-7EF8-07B2-B7F946AED0B0}"/>
          </ac:spMkLst>
        </pc:spChg>
        <pc:spChg chg="add mod">
          <ac:chgData name="Nishant Devlal" userId="9d268db0811949c5" providerId="LiveId" clId="{A5A24964-B1B7-41C0-AE69-B93291B4FCE8}" dt="2025-11-05T08:38:20.956" v="1521" actId="27636"/>
          <ac:spMkLst>
            <pc:docMk/>
            <pc:sldMk cId="3964045760" sldId="263"/>
            <ac:spMk id="4" creationId="{4A5D252D-ED4D-DADB-6941-16CC2E22CF97}"/>
          </ac:spMkLst>
        </pc:spChg>
        <pc:spChg chg="add">
          <ac:chgData name="Nishant Devlal" userId="9d268db0811949c5" providerId="LiveId" clId="{A5A24964-B1B7-41C0-AE69-B93291B4FCE8}" dt="2025-11-05T08:36:33.573" v="1457" actId="26606"/>
          <ac:spMkLst>
            <pc:docMk/>
            <pc:sldMk cId="3964045760" sldId="263"/>
            <ac:spMk id="10" creationId="{C6870151-9189-4C3A-8379-EF3D95827A0A}"/>
          </ac:spMkLst>
        </pc:spChg>
        <pc:spChg chg="add">
          <ac:chgData name="Nishant Devlal" userId="9d268db0811949c5" providerId="LiveId" clId="{A5A24964-B1B7-41C0-AE69-B93291B4FCE8}" dt="2025-11-05T08:36:33.573" v="1457" actId="26606"/>
          <ac:spMkLst>
            <pc:docMk/>
            <pc:sldMk cId="3964045760" sldId="263"/>
            <ac:spMk id="12" creationId="{123EA69C-102A-4DD0-9547-05DCD271D159}"/>
          </ac:spMkLst>
        </pc:spChg>
        <pc:spChg chg="add">
          <ac:chgData name="Nishant Devlal" userId="9d268db0811949c5" providerId="LiveId" clId="{A5A24964-B1B7-41C0-AE69-B93291B4FCE8}" dt="2025-11-05T08:36:33.573" v="1457" actId="26606"/>
          <ac:spMkLst>
            <pc:docMk/>
            <pc:sldMk cId="3964045760" sldId="263"/>
            <ac:spMk id="14" creationId="{6A862265-5CA3-4C40-8582-7534C3B03C2A}"/>
          </ac:spMkLst>
        </pc:spChg>
        <pc:spChg chg="add">
          <ac:chgData name="Nishant Devlal" userId="9d268db0811949c5" providerId="LiveId" clId="{A5A24964-B1B7-41C0-AE69-B93291B4FCE8}" dt="2025-11-05T08:36:33.573" v="1457" actId="26606"/>
          <ac:spMkLst>
            <pc:docMk/>
            <pc:sldMk cId="3964045760" sldId="263"/>
            <ac:spMk id="16" creationId="{600EF80B-0391-4082-9AF5-F15B091B4CE9}"/>
          </ac:spMkLst>
        </pc:spChg>
        <pc:spChg chg="add">
          <ac:chgData name="Nishant Devlal" userId="9d268db0811949c5" providerId="LiveId" clId="{A5A24964-B1B7-41C0-AE69-B93291B4FCE8}" dt="2025-11-05T08:36:33.573" v="1457" actId="26606"/>
          <ac:spMkLst>
            <pc:docMk/>
            <pc:sldMk cId="3964045760" sldId="263"/>
            <ac:spMk id="20" creationId="{3FBF03E8-C602-4192-9C52-F84B29FDCC88}"/>
          </ac:spMkLst>
        </pc:spChg>
        <pc:picChg chg="add mod">
          <ac:chgData name="Nishant Devlal" userId="9d268db0811949c5" providerId="LiveId" clId="{A5A24964-B1B7-41C0-AE69-B93291B4FCE8}" dt="2025-11-05T08:37:15.852" v="1466" actId="1076"/>
          <ac:picMkLst>
            <pc:docMk/>
            <pc:sldMk cId="3964045760" sldId="263"/>
            <ac:picMk id="6" creationId="{4A228616-71D4-C2A3-9456-BB12AB309619}"/>
          </ac:picMkLst>
        </pc:picChg>
        <pc:cxnChg chg="add">
          <ac:chgData name="Nishant Devlal" userId="9d268db0811949c5" providerId="LiveId" clId="{A5A24964-B1B7-41C0-AE69-B93291B4FCE8}" dt="2025-11-05T08:36:33.573" v="1457" actId="26606"/>
          <ac:cxnSpMkLst>
            <pc:docMk/>
            <pc:sldMk cId="3964045760" sldId="263"/>
            <ac:cxnSpMk id="18" creationId="{D33AC32D-5F44-45F7-A0BD-7C11A86BED57}"/>
          </ac:cxnSpMkLst>
        </pc:cxnChg>
      </pc:sldChg>
      <pc:sldChg chg="addSp delSp modSp add mod modTransition">
        <pc:chgData name="Nishant Devlal" userId="9d268db0811949c5" providerId="LiveId" clId="{A5A24964-B1B7-41C0-AE69-B93291B4FCE8}" dt="2025-11-05T09:31:15.298" v="3493"/>
        <pc:sldMkLst>
          <pc:docMk/>
          <pc:sldMk cId="3647132496" sldId="264"/>
        </pc:sldMkLst>
        <pc:spChg chg="add">
          <ac:chgData name="Nishant Devlal" userId="9d268db0811949c5" providerId="LiveId" clId="{A5A24964-B1B7-41C0-AE69-B93291B4FCE8}" dt="2025-11-05T08:48:40.458" v="1651"/>
          <ac:spMkLst>
            <pc:docMk/>
            <pc:sldMk cId="3647132496" sldId="264"/>
            <ac:spMk id="3" creationId="{4B4F778E-51C3-E4F7-01FF-3F7C60F99A14}"/>
          </ac:spMkLst>
        </pc:spChg>
        <pc:spChg chg="del mod">
          <ac:chgData name="Nishant Devlal" userId="9d268db0811949c5" providerId="LiveId" clId="{A5A24964-B1B7-41C0-AE69-B93291B4FCE8}" dt="2025-11-05T09:04:57.076" v="2578" actId="26606"/>
          <ac:spMkLst>
            <pc:docMk/>
            <pc:sldMk cId="3647132496" sldId="264"/>
            <ac:spMk id="10" creationId="{77AD7B2D-6813-A4E6-0D53-03B9BFE38EE9}"/>
          </ac:spMkLst>
        </pc:spChg>
        <pc:graphicFrameChg chg="add del mod modGraphic">
          <ac:chgData name="Nishant Devlal" userId="9d268db0811949c5" providerId="LiveId" clId="{A5A24964-B1B7-41C0-AE69-B93291B4FCE8}" dt="2025-11-05T09:05:28.985" v="2581" actId="14100"/>
          <ac:graphicFrameMkLst>
            <pc:docMk/>
            <pc:sldMk cId="3647132496" sldId="264"/>
            <ac:graphicFrameMk id="4" creationId="{B0983F61-3609-040F-8C99-CB98D17F7B4E}"/>
          </ac:graphicFrameMkLst>
        </pc:graphicFrameChg>
        <pc:graphicFrameChg chg="add mod">
          <ac:chgData name="Nishant Devlal" userId="9d268db0811949c5" providerId="LiveId" clId="{A5A24964-B1B7-41C0-AE69-B93291B4FCE8}" dt="2025-11-05T09:06:05.063" v="2584"/>
          <ac:graphicFrameMkLst>
            <pc:docMk/>
            <pc:sldMk cId="3647132496" sldId="264"/>
            <ac:graphicFrameMk id="19" creationId="{31A68BAC-563D-F410-7AA0-A27DB199A0AC}"/>
          </ac:graphicFrameMkLst>
        </pc:graphicFrameChg>
        <pc:picChg chg="mod">
          <ac:chgData name="Nishant Devlal" userId="9d268db0811949c5" providerId="LiveId" clId="{A5A24964-B1B7-41C0-AE69-B93291B4FCE8}" dt="2025-11-05T09:24:00.792" v="3348" actId="1076"/>
          <ac:picMkLst>
            <pc:docMk/>
            <pc:sldMk cId="3647132496" sldId="264"/>
            <ac:picMk id="8" creationId="{05159744-459A-E0F7-F1A7-30940D5EF7CF}"/>
          </ac:picMkLst>
        </pc:picChg>
      </pc:sldChg>
      <pc:sldChg chg="addSp delSp modSp add mod modTransition modAnim">
        <pc:chgData name="Nishant Devlal" userId="9d268db0811949c5" providerId="LiveId" clId="{A5A24964-B1B7-41C0-AE69-B93291B4FCE8}" dt="2025-11-05T09:31:56.633" v="3498"/>
        <pc:sldMkLst>
          <pc:docMk/>
          <pc:sldMk cId="449343288" sldId="265"/>
        </pc:sldMkLst>
        <pc:spChg chg="mod">
          <ac:chgData name="Nishant Devlal" userId="9d268db0811949c5" providerId="LiveId" clId="{A5A24964-B1B7-41C0-AE69-B93291B4FCE8}" dt="2025-11-05T08:28:44.344" v="1385" actId="20577"/>
          <ac:spMkLst>
            <pc:docMk/>
            <pc:sldMk cId="449343288" sldId="265"/>
            <ac:spMk id="2" creationId="{943E9097-3D94-350F-1CCA-92E36D376BBE}"/>
          </ac:spMkLst>
        </pc:spChg>
        <pc:spChg chg="add del mod">
          <ac:chgData name="Nishant Devlal" userId="9d268db0811949c5" providerId="LiveId" clId="{A5A24964-B1B7-41C0-AE69-B93291B4FCE8}" dt="2025-11-05T08:28:54.724" v="1387" actId="931"/>
          <ac:spMkLst>
            <pc:docMk/>
            <pc:sldMk cId="449343288" sldId="265"/>
            <ac:spMk id="4" creationId="{630A08D5-0E25-BDC8-F21A-DAAA0C91E5EF}"/>
          </ac:spMkLst>
        </pc:spChg>
        <pc:picChg chg="del">
          <ac:chgData name="Nishant Devlal" userId="9d268db0811949c5" providerId="LiveId" clId="{A5A24964-B1B7-41C0-AE69-B93291B4FCE8}" dt="2025-11-05T08:28:46.591" v="1386" actId="478"/>
          <ac:picMkLst>
            <pc:docMk/>
            <pc:sldMk cId="449343288" sldId="265"/>
            <ac:picMk id="5" creationId="{0D5AE0B4-320E-18D5-80BE-3DACD40546CE}"/>
          </ac:picMkLst>
        </pc:picChg>
        <pc:picChg chg="add mod modCrop">
          <ac:chgData name="Nishant Devlal" userId="9d268db0811949c5" providerId="LiveId" clId="{A5A24964-B1B7-41C0-AE69-B93291B4FCE8}" dt="2025-11-05T08:29:33.737" v="1397" actId="1076"/>
          <ac:picMkLst>
            <pc:docMk/>
            <pc:sldMk cId="449343288" sldId="265"/>
            <ac:picMk id="7" creationId="{0D802199-8E0B-1540-7AAD-2B1D86C091AF}"/>
          </ac:picMkLst>
        </pc:picChg>
      </pc:sldChg>
      <pc:sldChg chg="addSp delSp modSp new mod modTransition">
        <pc:chgData name="Nishant Devlal" userId="9d268db0811949c5" providerId="LiveId" clId="{A5A24964-B1B7-41C0-AE69-B93291B4FCE8}" dt="2025-11-05T09:31:21.407" v="3494"/>
        <pc:sldMkLst>
          <pc:docMk/>
          <pc:sldMk cId="3433214351" sldId="266"/>
        </pc:sldMkLst>
        <pc:spChg chg="mod">
          <ac:chgData name="Nishant Devlal" userId="9d268db0811949c5" providerId="LiveId" clId="{A5A24964-B1B7-41C0-AE69-B93291B4FCE8}" dt="2025-11-05T09:24:10.986" v="3349"/>
          <ac:spMkLst>
            <pc:docMk/>
            <pc:sldMk cId="3433214351" sldId="266"/>
            <ac:spMk id="2" creationId="{EBF2C229-F248-C127-1876-7ED437F53730}"/>
          </ac:spMkLst>
        </pc:spChg>
        <pc:spChg chg="del mod">
          <ac:chgData name="Nishant Devlal" userId="9d268db0811949c5" providerId="LiveId" clId="{A5A24964-B1B7-41C0-AE69-B93291B4FCE8}" dt="2025-11-05T09:23:49.084" v="3347" actId="26606"/>
          <ac:spMkLst>
            <pc:docMk/>
            <pc:sldMk cId="3433214351" sldId="266"/>
            <ac:spMk id="3" creationId="{407DAE9B-AF00-A2CC-0CAE-F8B2B66BDF44}"/>
          </ac:spMkLst>
        </pc:spChg>
        <pc:spChg chg="add">
          <ac:chgData name="Nishant Devlal" userId="9d268db0811949c5" providerId="LiveId" clId="{A5A24964-B1B7-41C0-AE69-B93291B4FCE8}" dt="2025-11-05T09:11:43.010" v="2648"/>
          <ac:spMkLst>
            <pc:docMk/>
            <pc:sldMk cId="3433214351" sldId="266"/>
            <ac:spMk id="4" creationId="{D0F2341E-C788-273A-C51B-BE876E777159}"/>
          </ac:spMkLst>
        </pc:spChg>
        <pc:graphicFrameChg chg="add mod modGraphic">
          <ac:chgData name="Nishant Devlal" userId="9d268db0811949c5" providerId="LiveId" clId="{A5A24964-B1B7-41C0-AE69-B93291B4FCE8}" dt="2025-11-05T09:24:47.207" v="3362" actId="20577"/>
          <ac:graphicFrameMkLst>
            <pc:docMk/>
            <pc:sldMk cId="3433214351" sldId="266"/>
            <ac:graphicFrameMk id="5" creationId="{9A1F7A1C-8E00-E365-D7B2-3C22522BA079}"/>
          </ac:graphicFrameMkLst>
        </pc:graphicFrameChg>
      </pc:sldChg>
      <pc:sldChg chg="addSp delSp modSp new mod modTransition setBg addAnim delAnim setClrOvrMap">
        <pc:chgData name="Nishant Devlal" userId="9d268db0811949c5" providerId="LiveId" clId="{A5A24964-B1B7-41C0-AE69-B93291B4FCE8}" dt="2025-11-05T09:32:16.269" v="3501"/>
        <pc:sldMkLst>
          <pc:docMk/>
          <pc:sldMk cId="3790525664" sldId="267"/>
        </pc:sldMkLst>
        <pc:spChg chg="mod">
          <ac:chgData name="Nishant Devlal" userId="9d268db0811949c5" providerId="LiveId" clId="{A5A24964-B1B7-41C0-AE69-B93291B4FCE8}" dt="2025-11-05T09:26:49.375" v="3391" actId="26606"/>
          <ac:spMkLst>
            <pc:docMk/>
            <pc:sldMk cId="3790525664" sldId="267"/>
            <ac:spMk id="2" creationId="{AF29A45B-9123-AAE9-34F2-52F92612F89A}"/>
          </ac:spMkLst>
        </pc:spChg>
        <pc:spChg chg="add del">
          <ac:chgData name="Nishant Devlal" userId="9d268db0811949c5" providerId="LiveId" clId="{A5A24964-B1B7-41C0-AE69-B93291B4FCE8}" dt="2025-11-05T09:26:49.375" v="3391" actId="26606"/>
          <ac:spMkLst>
            <pc:docMk/>
            <pc:sldMk cId="3790525664" sldId="267"/>
            <ac:spMk id="9" creationId="{0CABCAE3-64FC-4149-819F-2C1812824154}"/>
          </ac:spMkLst>
        </pc:spChg>
        <pc:spChg chg="add del">
          <ac:chgData name="Nishant Devlal" userId="9d268db0811949c5" providerId="LiveId" clId="{A5A24964-B1B7-41C0-AE69-B93291B4FCE8}" dt="2025-11-05T09:26:49.375" v="3391" actId="26606"/>
          <ac:spMkLst>
            <pc:docMk/>
            <pc:sldMk cId="3790525664" sldId="267"/>
            <ac:spMk id="17" creationId="{8BC298DB-2D5C-40A1-9A78-6B4A12198A9B}"/>
          </ac:spMkLst>
        </pc:spChg>
        <pc:spChg chg="add del">
          <ac:chgData name="Nishant Devlal" userId="9d268db0811949c5" providerId="LiveId" clId="{A5A24964-B1B7-41C0-AE69-B93291B4FCE8}" dt="2025-11-05T09:26:49.375" v="3391" actId="26606"/>
          <ac:spMkLst>
            <pc:docMk/>
            <pc:sldMk cId="3790525664" sldId="267"/>
            <ac:spMk id="19" creationId="{35C2355B-7CE9-4192-9142-A41CA0A0C08B}"/>
          </ac:spMkLst>
        </pc:spChg>
        <pc:spChg chg="add del">
          <ac:chgData name="Nishant Devlal" userId="9d268db0811949c5" providerId="LiveId" clId="{A5A24964-B1B7-41C0-AE69-B93291B4FCE8}" dt="2025-11-05T09:26:46.517" v="3386" actId="26606"/>
          <ac:spMkLst>
            <pc:docMk/>
            <pc:sldMk cId="3790525664" sldId="267"/>
            <ac:spMk id="30" creationId="{23522FE7-5A29-4EF6-B1EF-2CA55748A772}"/>
          </ac:spMkLst>
        </pc:spChg>
        <pc:spChg chg="add del">
          <ac:chgData name="Nishant Devlal" userId="9d268db0811949c5" providerId="LiveId" clId="{A5A24964-B1B7-41C0-AE69-B93291B4FCE8}" dt="2025-11-05T09:26:27.523" v="3378" actId="26606"/>
          <ac:spMkLst>
            <pc:docMk/>
            <pc:sldMk cId="3790525664" sldId="267"/>
            <ac:spMk id="32" creationId="{0CABCAE3-64FC-4149-819F-2C1812824154}"/>
          </ac:spMkLst>
        </pc:spChg>
        <pc:spChg chg="add del">
          <ac:chgData name="Nishant Devlal" userId="9d268db0811949c5" providerId="LiveId" clId="{A5A24964-B1B7-41C0-AE69-B93291B4FCE8}" dt="2025-11-05T09:26:27.523" v="3378" actId="26606"/>
          <ac:spMkLst>
            <pc:docMk/>
            <pc:sldMk cId="3790525664" sldId="267"/>
            <ac:spMk id="40" creationId="{8BC298DB-2D5C-40A1-9A78-6B4A12198A9B}"/>
          </ac:spMkLst>
        </pc:spChg>
        <pc:spChg chg="add del">
          <ac:chgData name="Nishant Devlal" userId="9d268db0811949c5" providerId="LiveId" clId="{A5A24964-B1B7-41C0-AE69-B93291B4FCE8}" dt="2025-11-05T09:26:27.523" v="3378" actId="26606"/>
          <ac:spMkLst>
            <pc:docMk/>
            <pc:sldMk cId="3790525664" sldId="267"/>
            <ac:spMk id="42" creationId="{35C2355B-7CE9-4192-9142-A41CA0A0C08B}"/>
          </ac:spMkLst>
        </pc:spChg>
        <pc:spChg chg="add del">
          <ac:chgData name="Nishant Devlal" userId="9d268db0811949c5" providerId="LiveId" clId="{A5A24964-B1B7-41C0-AE69-B93291B4FCE8}" dt="2025-11-05T09:26:29.764" v="3380" actId="26606"/>
          <ac:spMkLst>
            <pc:docMk/>
            <pc:sldMk cId="3790525664" sldId="267"/>
            <ac:spMk id="50" creationId="{0CABCAE3-64FC-4149-819F-2C1812824154}"/>
          </ac:spMkLst>
        </pc:spChg>
        <pc:spChg chg="add del">
          <ac:chgData name="Nishant Devlal" userId="9d268db0811949c5" providerId="LiveId" clId="{A5A24964-B1B7-41C0-AE69-B93291B4FCE8}" dt="2025-11-05T09:26:29.764" v="3380" actId="26606"/>
          <ac:spMkLst>
            <pc:docMk/>
            <pc:sldMk cId="3790525664" sldId="267"/>
            <ac:spMk id="54" creationId="{8BC298DB-2D5C-40A1-9A78-6B4A12198A9B}"/>
          </ac:spMkLst>
        </pc:spChg>
        <pc:spChg chg="add del">
          <ac:chgData name="Nishant Devlal" userId="9d268db0811949c5" providerId="LiveId" clId="{A5A24964-B1B7-41C0-AE69-B93291B4FCE8}" dt="2025-11-05T09:26:29.764" v="3380" actId="26606"/>
          <ac:spMkLst>
            <pc:docMk/>
            <pc:sldMk cId="3790525664" sldId="267"/>
            <ac:spMk id="55" creationId="{35C2355B-7CE9-4192-9142-A41CA0A0C08B}"/>
          </ac:spMkLst>
        </pc:spChg>
        <pc:spChg chg="add del">
          <ac:chgData name="Nishant Devlal" userId="9d268db0811949c5" providerId="LiveId" clId="{A5A24964-B1B7-41C0-AE69-B93291B4FCE8}" dt="2025-11-05T09:26:31.492" v="3382" actId="26606"/>
          <ac:spMkLst>
            <pc:docMk/>
            <pc:sldMk cId="3790525664" sldId="267"/>
            <ac:spMk id="61" creationId="{0CABCAE3-64FC-4149-819F-2C1812824154}"/>
          </ac:spMkLst>
        </pc:spChg>
        <pc:spChg chg="add del">
          <ac:chgData name="Nishant Devlal" userId="9d268db0811949c5" providerId="LiveId" clId="{A5A24964-B1B7-41C0-AE69-B93291B4FCE8}" dt="2025-11-05T09:26:31.492" v="3382" actId="26606"/>
          <ac:spMkLst>
            <pc:docMk/>
            <pc:sldMk cId="3790525664" sldId="267"/>
            <ac:spMk id="65" creationId="{D0712110-0BC1-4B31-B3BB-63B44222E87F}"/>
          </ac:spMkLst>
        </pc:spChg>
        <pc:spChg chg="add del">
          <ac:chgData name="Nishant Devlal" userId="9d268db0811949c5" providerId="LiveId" clId="{A5A24964-B1B7-41C0-AE69-B93291B4FCE8}" dt="2025-11-05T09:26:31.492" v="3382" actId="26606"/>
          <ac:spMkLst>
            <pc:docMk/>
            <pc:sldMk cId="3790525664" sldId="267"/>
            <ac:spMk id="66" creationId="{4466B5F3-C053-4580-B04A-1EF949888280}"/>
          </ac:spMkLst>
        </pc:spChg>
        <pc:spChg chg="add del">
          <ac:chgData name="Nishant Devlal" userId="9d268db0811949c5" providerId="LiveId" clId="{A5A24964-B1B7-41C0-AE69-B93291B4FCE8}" dt="2025-11-05T09:26:33.628" v="3384" actId="26606"/>
          <ac:spMkLst>
            <pc:docMk/>
            <pc:sldMk cId="3790525664" sldId="267"/>
            <ac:spMk id="72" creationId="{0CABCAE3-64FC-4149-819F-2C1812824154}"/>
          </ac:spMkLst>
        </pc:spChg>
        <pc:spChg chg="add del">
          <ac:chgData name="Nishant Devlal" userId="9d268db0811949c5" providerId="LiveId" clId="{A5A24964-B1B7-41C0-AE69-B93291B4FCE8}" dt="2025-11-05T09:26:33.628" v="3384" actId="26606"/>
          <ac:spMkLst>
            <pc:docMk/>
            <pc:sldMk cId="3790525664" sldId="267"/>
            <ac:spMk id="76" creationId="{D0712110-0BC1-4B31-B3BB-63B44222E87F}"/>
          </ac:spMkLst>
        </pc:spChg>
        <pc:spChg chg="add del">
          <ac:chgData name="Nishant Devlal" userId="9d268db0811949c5" providerId="LiveId" clId="{A5A24964-B1B7-41C0-AE69-B93291B4FCE8}" dt="2025-11-05T09:26:33.628" v="3384" actId="26606"/>
          <ac:spMkLst>
            <pc:docMk/>
            <pc:sldMk cId="3790525664" sldId="267"/>
            <ac:spMk id="77" creationId="{4466B5F3-C053-4580-B04A-1EF949888280}"/>
          </ac:spMkLst>
        </pc:spChg>
        <pc:spChg chg="add del">
          <ac:chgData name="Nishant Devlal" userId="9d268db0811949c5" providerId="LiveId" clId="{A5A24964-B1B7-41C0-AE69-B93291B4FCE8}" dt="2025-11-05T09:26:46.517" v="3386" actId="26606"/>
          <ac:spMkLst>
            <pc:docMk/>
            <pc:sldMk cId="3790525664" sldId="267"/>
            <ac:spMk id="86" creationId="{F0AB17F6-592B-45CB-96F6-705C9825AFBC}"/>
          </ac:spMkLst>
        </pc:spChg>
        <pc:spChg chg="add del">
          <ac:chgData name="Nishant Devlal" userId="9d268db0811949c5" providerId="LiveId" clId="{A5A24964-B1B7-41C0-AE69-B93291B4FCE8}" dt="2025-11-05T09:26:48.123" v="3388" actId="26606"/>
          <ac:spMkLst>
            <pc:docMk/>
            <pc:sldMk cId="3790525664" sldId="267"/>
            <ac:spMk id="89" creationId="{23522FE7-5A29-4EF6-B1EF-2CA55748A772}"/>
          </ac:spMkLst>
        </pc:spChg>
        <pc:spChg chg="add del">
          <ac:chgData name="Nishant Devlal" userId="9d268db0811949c5" providerId="LiveId" clId="{A5A24964-B1B7-41C0-AE69-B93291B4FCE8}" dt="2025-11-05T09:26:48.123" v="3388" actId="26606"/>
          <ac:spMkLst>
            <pc:docMk/>
            <pc:sldMk cId="3790525664" sldId="267"/>
            <ac:spMk id="93" creationId="{1C69834E-5EEE-4D61-833E-04928896454C}"/>
          </ac:spMkLst>
        </pc:spChg>
        <pc:spChg chg="add del">
          <ac:chgData name="Nishant Devlal" userId="9d268db0811949c5" providerId="LiveId" clId="{A5A24964-B1B7-41C0-AE69-B93291B4FCE8}" dt="2025-11-05T09:26:48.123" v="3388" actId="26606"/>
          <ac:spMkLst>
            <pc:docMk/>
            <pc:sldMk cId="3790525664" sldId="267"/>
            <ac:spMk id="94" creationId="{58E5D9BA-46E7-4BFA-9C74-75495BF6F54D}"/>
          </ac:spMkLst>
        </pc:spChg>
        <pc:spChg chg="add del">
          <ac:chgData name="Nishant Devlal" userId="9d268db0811949c5" providerId="LiveId" clId="{A5A24964-B1B7-41C0-AE69-B93291B4FCE8}" dt="2025-11-05T09:26:48.123" v="3388" actId="26606"/>
          <ac:spMkLst>
            <pc:docMk/>
            <pc:sldMk cId="3790525664" sldId="267"/>
            <ac:spMk id="95" creationId="{5B033D76-5800-44B6-AFE9-EE2106935115}"/>
          </ac:spMkLst>
        </pc:spChg>
        <pc:spChg chg="add del">
          <ac:chgData name="Nishant Devlal" userId="9d268db0811949c5" providerId="LiveId" clId="{A5A24964-B1B7-41C0-AE69-B93291B4FCE8}" dt="2025-11-05T09:26:48.123" v="3388" actId="26606"/>
          <ac:spMkLst>
            <pc:docMk/>
            <pc:sldMk cId="3790525664" sldId="267"/>
            <ac:spMk id="96" creationId="{522D6F85-FFBA-4F81-AEE5-AAA17CB7AA98}"/>
          </ac:spMkLst>
        </pc:spChg>
        <pc:spChg chg="add del">
          <ac:chgData name="Nishant Devlal" userId="9d268db0811949c5" providerId="LiveId" clId="{A5A24964-B1B7-41C0-AE69-B93291B4FCE8}" dt="2025-11-05T09:26:48.123" v="3388" actId="26606"/>
          <ac:spMkLst>
            <pc:docMk/>
            <pc:sldMk cId="3790525664" sldId="267"/>
            <ac:spMk id="97" creationId="{13B31514-E6DF-4357-9EEA-EFB7983080DA}"/>
          </ac:spMkLst>
        </pc:spChg>
        <pc:spChg chg="add del">
          <ac:chgData name="Nishant Devlal" userId="9d268db0811949c5" providerId="LiveId" clId="{A5A24964-B1B7-41C0-AE69-B93291B4FCE8}" dt="2025-11-05T09:26:49.357" v="3390" actId="26606"/>
          <ac:spMkLst>
            <pc:docMk/>
            <pc:sldMk cId="3790525664" sldId="267"/>
            <ac:spMk id="101" creationId="{23522FE7-5A29-4EF6-B1EF-2CA55748A772}"/>
          </ac:spMkLst>
        </pc:spChg>
        <pc:spChg chg="add del">
          <ac:chgData name="Nishant Devlal" userId="9d268db0811949c5" providerId="LiveId" clId="{A5A24964-B1B7-41C0-AE69-B93291B4FCE8}" dt="2025-11-05T09:26:49.357" v="3390" actId="26606"/>
          <ac:spMkLst>
            <pc:docMk/>
            <pc:sldMk cId="3790525664" sldId="267"/>
            <ac:spMk id="105" creationId="{48D226DA-E368-46E4-BF0C-D467A1E86BF6}"/>
          </ac:spMkLst>
        </pc:spChg>
        <pc:spChg chg="add">
          <ac:chgData name="Nishant Devlal" userId="9d268db0811949c5" providerId="LiveId" clId="{A5A24964-B1B7-41C0-AE69-B93291B4FCE8}" dt="2025-11-05T09:26:49.375" v="3391" actId="26606"/>
          <ac:spMkLst>
            <pc:docMk/>
            <pc:sldMk cId="3790525664" sldId="267"/>
            <ac:spMk id="108" creationId="{23522FE7-5A29-4EF6-B1EF-2CA55748A772}"/>
          </ac:spMkLst>
        </pc:spChg>
        <pc:spChg chg="add">
          <ac:chgData name="Nishant Devlal" userId="9d268db0811949c5" providerId="LiveId" clId="{A5A24964-B1B7-41C0-AE69-B93291B4FCE8}" dt="2025-11-05T09:26:49.375" v="3391" actId="26606"/>
          <ac:spMkLst>
            <pc:docMk/>
            <pc:sldMk cId="3790525664" sldId="267"/>
            <ac:spMk id="112" creationId="{F0AB17F6-592B-45CB-96F6-705C9825AFBC}"/>
          </ac:spMkLst>
        </pc:spChg>
        <pc:picChg chg="add del">
          <ac:chgData name="Nishant Devlal" userId="9d268db0811949c5" providerId="LiveId" clId="{A5A24964-B1B7-41C0-AE69-B93291B4FCE8}" dt="2025-11-05T09:26:20.183" v="3376" actId="478"/>
          <ac:picMkLst>
            <pc:docMk/>
            <pc:sldMk cId="3790525664" sldId="267"/>
            <ac:picMk id="6" creationId="{AD7FC791-071E-9223-7593-2F9082F8828F}"/>
          </ac:picMkLst>
        </pc:picChg>
        <pc:picChg chg="add del">
          <ac:chgData name="Nishant Devlal" userId="9d268db0811949c5" providerId="LiveId" clId="{A5A24964-B1B7-41C0-AE69-B93291B4FCE8}" dt="2025-11-05T09:26:49.375" v="3391" actId="26606"/>
          <ac:picMkLst>
            <pc:docMk/>
            <pc:sldMk cId="3790525664" sldId="267"/>
            <ac:picMk id="11" creationId="{012FDCFE-9AD2-4D8A-8CBF-B3AA37EBF6DD}"/>
          </ac:picMkLst>
        </pc:picChg>
        <pc:picChg chg="add del">
          <ac:chgData name="Nishant Devlal" userId="9d268db0811949c5" providerId="LiveId" clId="{A5A24964-B1B7-41C0-AE69-B93291B4FCE8}" dt="2025-11-05T09:26:49.375" v="3391" actId="26606"/>
          <ac:picMkLst>
            <pc:docMk/>
            <pc:sldMk cId="3790525664" sldId="267"/>
            <ac:picMk id="23" creationId="{45CE2E7C-6AA3-4710-825D-4CDDF788C7BC}"/>
          </ac:picMkLst>
        </pc:picChg>
        <pc:picChg chg="add del">
          <ac:chgData name="Nishant Devlal" userId="9d268db0811949c5" providerId="LiveId" clId="{A5A24964-B1B7-41C0-AE69-B93291B4FCE8}" dt="2025-11-05T09:26:27.523" v="3378" actId="26606"/>
          <ac:picMkLst>
            <pc:docMk/>
            <pc:sldMk cId="3790525664" sldId="267"/>
            <ac:picMk id="29" creationId="{120D76FD-ECB0-6FDD-9977-C1A52BCB1216}"/>
          </ac:picMkLst>
        </pc:picChg>
        <pc:picChg chg="add del">
          <ac:chgData name="Nishant Devlal" userId="9d268db0811949c5" providerId="LiveId" clId="{A5A24964-B1B7-41C0-AE69-B93291B4FCE8}" dt="2025-11-05T09:26:27.523" v="3378" actId="26606"/>
          <ac:picMkLst>
            <pc:docMk/>
            <pc:sldMk cId="3790525664" sldId="267"/>
            <ac:picMk id="34" creationId="{012FDCFE-9AD2-4D8A-8CBF-B3AA37EBF6DD}"/>
          </ac:picMkLst>
        </pc:picChg>
        <pc:picChg chg="add del">
          <ac:chgData name="Nishant Devlal" userId="9d268db0811949c5" providerId="LiveId" clId="{A5A24964-B1B7-41C0-AE69-B93291B4FCE8}" dt="2025-11-05T09:26:29.764" v="3380" actId="26606"/>
          <ac:picMkLst>
            <pc:docMk/>
            <pc:sldMk cId="3790525664" sldId="267"/>
            <ac:picMk id="51" creationId="{012FDCFE-9AD2-4D8A-8CBF-B3AA37EBF6DD}"/>
          </ac:picMkLst>
        </pc:picChg>
        <pc:picChg chg="add del">
          <ac:chgData name="Nishant Devlal" userId="9d268db0811949c5" providerId="LiveId" clId="{A5A24964-B1B7-41C0-AE69-B93291B4FCE8}" dt="2025-11-05T09:26:29.764" v="3380" actId="26606"/>
          <ac:picMkLst>
            <pc:docMk/>
            <pc:sldMk cId="3790525664" sldId="267"/>
            <ac:picMk id="56" creationId="{4B77FD9A-A2E6-F07D-FF8D-A3433372DCEC}"/>
          </ac:picMkLst>
        </pc:picChg>
        <pc:picChg chg="add del">
          <ac:chgData name="Nishant Devlal" userId="9d268db0811949c5" providerId="LiveId" clId="{A5A24964-B1B7-41C0-AE69-B93291B4FCE8}" dt="2025-11-05T09:26:29.764" v="3380" actId="26606"/>
          <ac:picMkLst>
            <pc:docMk/>
            <pc:sldMk cId="3790525664" sldId="267"/>
            <ac:picMk id="58" creationId="{45CE2E7C-6AA3-4710-825D-4CDDF788C7BC}"/>
          </ac:picMkLst>
        </pc:picChg>
        <pc:picChg chg="add del">
          <ac:chgData name="Nishant Devlal" userId="9d268db0811949c5" providerId="LiveId" clId="{A5A24964-B1B7-41C0-AE69-B93291B4FCE8}" dt="2025-11-05T09:26:31.492" v="3382" actId="26606"/>
          <ac:picMkLst>
            <pc:docMk/>
            <pc:sldMk cId="3790525664" sldId="267"/>
            <ac:picMk id="68" creationId="{FE2A1BC2-EDCF-7ED1-597D-C868F8AF2490}"/>
          </ac:picMkLst>
        </pc:picChg>
        <pc:picChg chg="del">
          <ac:chgData name="Nishant Devlal" userId="9d268db0811949c5" providerId="LiveId" clId="{A5A24964-B1B7-41C0-AE69-B93291B4FCE8}" dt="2025-11-05T09:26:31.492" v="3382" actId="26606"/>
          <ac:picMkLst>
            <pc:docMk/>
            <pc:sldMk cId="3790525664" sldId="267"/>
            <ac:picMk id="69" creationId="{25CED634-E2D0-4AB7-96DD-816C9B52C5CF}"/>
          </ac:picMkLst>
        </pc:picChg>
        <pc:picChg chg="add del">
          <ac:chgData name="Nishant Devlal" userId="9d268db0811949c5" providerId="LiveId" clId="{A5A24964-B1B7-41C0-AE69-B93291B4FCE8}" dt="2025-11-05T09:26:33.628" v="3384" actId="26606"/>
          <ac:picMkLst>
            <pc:docMk/>
            <pc:sldMk cId="3790525664" sldId="267"/>
            <ac:picMk id="73" creationId="{012FDCFE-9AD2-4D8A-8CBF-B3AA37EBF6DD}"/>
          </ac:picMkLst>
        </pc:picChg>
        <pc:picChg chg="add del">
          <ac:chgData name="Nishant Devlal" userId="9d268db0811949c5" providerId="LiveId" clId="{A5A24964-B1B7-41C0-AE69-B93291B4FCE8}" dt="2025-11-05T09:26:33.628" v="3384" actId="26606"/>
          <ac:picMkLst>
            <pc:docMk/>
            <pc:sldMk cId="3790525664" sldId="267"/>
            <ac:picMk id="80" creationId="{25CED634-E2D0-4AB7-96DD-816C9B52C5CF}"/>
          </ac:picMkLst>
        </pc:picChg>
        <pc:picChg chg="add del">
          <ac:chgData name="Nishant Devlal" userId="9d268db0811949c5" providerId="LiveId" clId="{A5A24964-B1B7-41C0-AE69-B93291B4FCE8}" dt="2025-11-05T09:26:46.517" v="3386" actId="26606"/>
          <ac:picMkLst>
            <pc:docMk/>
            <pc:sldMk cId="3790525664" sldId="267"/>
            <ac:picMk id="83" creationId="{C2192E09-EBC7-416C-B887-DFF915D7F43D}"/>
          </ac:picMkLst>
        </pc:picChg>
        <pc:picChg chg="add del">
          <ac:chgData name="Nishant Devlal" userId="9d268db0811949c5" providerId="LiveId" clId="{A5A24964-B1B7-41C0-AE69-B93291B4FCE8}" dt="2025-11-05T09:26:49.357" v="3390" actId="26606"/>
          <ac:picMkLst>
            <pc:docMk/>
            <pc:sldMk cId="3790525664" sldId="267"/>
            <ac:picMk id="102" creationId="{C2192E09-EBC7-416C-B887-DFF915D7F43D}"/>
          </ac:picMkLst>
        </pc:picChg>
        <pc:picChg chg="add">
          <ac:chgData name="Nishant Devlal" userId="9d268db0811949c5" providerId="LiveId" clId="{A5A24964-B1B7-41C0-AE69-B93291B4FCE8}" dt="2025-11-05T09:26:49.375" v="3391" actId="26606"/>
          <ac:picMkLst>
            <pc:docMk/>
            <pc:sldMk cId="3790525664" sldId="267"/>
            <ac:picMk id="109" creationId="{C2192E09-EBC7-416C-B887-DFF915D7F43D}"/>
          </ac:picMkLst>
        </pc:picChg>
        <pc:cxnChg chg="add">
          <ac:chgData name="Nishant Devlal" userId="9d268db0811949c5" providerId="LiveId" clId="{A5A24964-B1B7-41C0-AE69-B93291B4FCE8}" dt="2025-11-05T09:26:08.902" v="3373" actId="26606"/>
          <ac:cxnSpMkLst>
            <pc:docMk/>
            <pc:sldMk cId="3790525664" sldId="267"/>
            <ac:cxnSpMk id="13" creationId="{FBD463FC-4CA8-4FF4-85A3-AF9F4B98D210}"/>
          </ac:cxnSpMkLst>
        </pc:cxnChg>
        <pc:cxnChg chg="add">
          <ac:chgData name="Nishant Devlal" userId="9d268db0811949c5" providerId="LiveId" clId="{A5A24964-B1B7-41C0-AE69-B93291B4FCE8}" dt="2025-11-05T09:26:08.902" v="3373" actId="26606"/>
          <ac:cxnSpMkLst>
            <pc:docMk/>
            <pc:sldMk cId="3790525664" sldId="267"/>
            <ac:cxnSpMk id="15" creationId="{BECF35C3-8B44-4F4B-BD25-4C01823DB22A}"/>
          </ac:cxnSpMkLst>
        </pc:cxnChg>
        <pc:cxnChg chg="add">
          <ac:chgData name="Nishant Devlal" userId="9d268db0811949c5" providerId="LiveId" clId="{A5A24964-B1B7-41C0-AE69-B93291B4FCE8}" dt="2025-11-05T09:26:08.902" v="3373" actId="26606"/>
          <ac:cxnSpMkLst>
            <pc:docMk/>
            <pc:sldMk cId="3790525664" sldId="267"/>
            <ac:cxnSpMk id="25" creationId="{3256C6C3-0EDC-4651-AB37-9F26CFAA6C86}"/>
          </ac:cxnSpMkLst>
        </pc:cxnChg>
        <pc:cxnChg chg="add del">
          <ac:chgData name="Nishant Devlal" userId="9d268db0811949c5" providerId="LiveId" clId="{A5A24964-B1B7-41C0-AE69-B93291B4FCE8}" dt="2025-11-05T09:26:46.517" v="3386" actId="26606"/>
          <ac:cxnSpMkLst>
            <pc:docMk/>
            <pc:sldMk cId="3790525664" sldId="267"/>
            <ac:cxnSpMk id="87" creationId="{5A9284E7-0823-472D-9963-18D89DFEB8B4}"/>
          </ac:cxnSpMkLst>
        </pc:cxnChg>
        <pc:cxnChg chg="add">
          <ac:chgData name="Nishant Devlal" userId="9d268db0811949c5" providerId="LiveId" clId="{A5A24964-B1B7-41C0-AE69-B93291B4FCE8}" dt="2025-11-05T09:26:48.142" v="3389" actId="26606"/>
          <ac:cxnSpMkLst>
            <pc:docMk/>
            <pc:sldMk cId="3790525664" sldId="267"/>
            <ac:cxnSpMk id="103" creationId="{2924498D-E084-44BE-A196-CFCE35564350}"/>
          </ac:cxnSpMkLst>
        </pc:cxnChg>
        <pc:cxnChg chg="del">
          <ac:chgData name="Nishant Devlal" userId="9d268db0811949c5" providerId="LiveId" clId="{A5A24964-B1B7-41C0-AE69-B93291B4FCE8}" dt="2025-11-05T09:26:49.357" v="3390" actId="26606"/>
          <ac:cxnSpMkLst>
            <pc:docMk/>
            <pc:sldMk cId="3790525664" sldId="267"/>
            <ac:cxnSpMk id="104" creationId="{3BBC7667-C352-4842-9AFD-E5C16AD002F4}"/>
          </ac:cxnSpMkLst>
        </pc:cxnChg>
        <pc:cxnChg chg="add">
          <ac:chgData name="Nishant Devlal" userId="9d268db0811949c5" providerId="LiveId" clId="{A5A24964-B1B7-41C0-AE69-B93291B4FCE8}" dt="2025-11-05T09:26:49.375" v="3391" actId="26606"/>
          <ac:cxnSpMkLst>
            <pc:docMk/>
            <pc:sldMk cId="3790525664" sldId="267"/>
            <ac:cxnSpMk id="111" creationId="{3BBC7667-C352-4842-9AFD-E5C16AD002F4}"/>
          </ac:cxnSpMkLst>
        </pc:cxnChg>
      </pc:sldChg>
      <pc:sldChg chg="addSp delSp modSp new mod modTransition setBg setClrOvrMap">
        <pc:chgData name="Nishant Devlal" userId="9d268db0811949c5" providerId="LiveId" clId="{A5A24964-B1B7-41C0-AE69-B93291B4FCE8}" dt="2025-11-05T09:30:38.062" v="3487"/>
        <pc:sldMkLst>
          <pc:docMk/>
          <pc:sldMk cId="1774036577" sldId="268"/>
        </pc:sldMkLst>
        <pc:spChg chg="mod">
          <ac:chgData name="Nishant Devlal" userId="9d268db0811949c5" providerId="LiveId" clId="{A5A24964-B1B7-41C0-AE69-B93291B4FCE8}" dt="2025-11-05T09:30:21.860" v="3483" actId="26606"/>
          <ac:spMkLst>
            <pc:docMk/>
            <pc:sldMk cId="1774036577" sldId="268"/>
            <ac:spMk id="2" creationId="{6A19D726-E8C5-E354-1D61-249ADE456D84}"/>
          </ac:spMkLst>
        </pc:spChg>
        <pc:spChg chg="mod">
          <ac:chgData name="Nishant Devlal" userId="9d268db0811949c5" providerId="LiveId" clId="{A5A24964-B1B7-41C0-AE69-B93291B4FCE8}" dt="2025-11-05T09:30:21.860" v="3483" actId="26606"/>
          <ac:spMkLst>
            <pc:docMk/>
            <pc:sldMk cId="1774036577" sldId="268"/>
            <ac:spMk id="3" creationId="{F86AC9C9-6F3F-F857-ED32-066DCB48AAF8}"/>
          </ac:spMkLst>
        </pc:spChg>
        <pc:spChg chg="add del">
          <ac:chgData name="Nishant Devlal" userId="9d268db0811949c5" providerId="LiveId" clId="{A5A24964-B1B7-41C0-AE69-B93291B4FCE8}" dt="2025-11-05T09:30:07.850" v="3478" actId="26606"/>
          <ac:spMkLst>
            <pc:docMk/>
            <pc:sldMk cId="1774036577" sldId="268"/>
            <ac:spMk id="9" creationId="{1CE580D1-F917-4567-AFB4-99AA9B52ADF0}"/>
          </ac:spMkLst>
        </pc:spChg>
        <pc:spChg chg="add del">
          <ac:chgData name="Nishant Devlal" userId="9d268db0811949c5" providerId="LiveId" clId="{A5A24964-B1B7-41C0-AE69-B93291B4FCE8}" dt="2025-11-05T09:30:07.850" v="3478" actId="26606"/>
          <ac:spMkLst>
            <pc:docMk/>
            <pc:sldMk cId="1774036577" sldId="268"/>
            <ac:spMk id="17" creationId="{6A0FFA78-985C-4F50-B21A-77045C7DF657}"/>
          </ac:spMkLst>
        </pc:spChg>
        <pc:spChg chg="add del">
          <ac:chgData name="Nishant Devlal" userId="9d268db0811949c5" providerId="LiveId" clId="{A5A24964-B1B7-41C0-AE69-B93291B4FCE8}" dt="2025-11-05T09:30:18.884" v="3480" actId="26606"/>
          <ac:spMkLst>
            <pc:docMk/>
            <pc:sldMk cId="1774036577" sldId="268"/>
            <ac:spMk id="21" creationId="{1CE580D1-F917-4567-AFB4-99AA9B52ADF0}"/>
          </ac:spMkLst>
        </pc:spChg>
        <pc:spChg chg="add del">
          <ac:chgData name="Nishant Devlal" userId="9d268db0811949c5" providerId="LiveId" clId="{A5A24964-B1B7-41C0-AE69-B93291B4FCE8}" dt="2025-11-05T09:30:18.884" v="3480" actId="26606"/>
          <ac:spMkLst>
            <pc:docMk/>
            <pc:sldMk cId="1774036577" sldId="268"/>
            <ac:spMk id="25" creationId="{65513E21-21B0-48DB-8CF1-35E43B33A477}"/>
          </ac:spMkLst>
        </pc:spChg>
        <pc:spChg chg="add del">
          <ac:chgData name="Nishant Devlal" userId="9d268db0811949c5" providerId="LiveId" clId="{A5A24964-B1B7-41C0-AE69-B93291B4FCE8}" dt="2025-11-05T09:30:21.733" v="3482" actId="26606"/>
          <ac:spMkLst>
            <pc:docMk/>
            <pc:sldMk cId="1774036577" sldId="268"/>
            <ac:spMk id="28" creationId="{1CE580D1-F917-4567-AFB4-99AA9B52ADF0}"/>
          </ac:spMkLst>
        </pc:spChg>
        <pc:spChg chg="add del">
          <ac:chgData name="Nishant Devlal" userId="9d268db0811949c5" providerId="LiveId" clId="{A5A24964-B1B7-41C0-AE69-B93291B4FCE8}" dt="2025-11-05T09:30:21.733" v="3482" actId="26606"/>
          <ac:spMkLst>
            <pc:docMk/>
            <pc:sldMk cId="1774036577" sldId="268"/>
            <ac:spMk id="32" creationId="{65513E21-21B0-48DB-8CF1-35E43B33A477}"/>
          </ac:spMkLst>
        </pc:spChg>
        <pc:spChg chg="add">
          <ac:chgData name="Nishant Devlal" userId="9d268db0811949c5" providerId="LiveId" clId="{A5A24964-B1B7-41C0-AE69-B93291B4FCE8}" dt="2025-11-05T09:30:21.860" v="3483" actId="26606"/>
          <ac:spMkLst>
            <pc:docMk/>
            <pc:sldMk cId="1774036577" sldId="268"/>
            <ac:spMk id="35" creationId="{1CE580D1-F917-4567-AFB4-99AA9B52ADF0}"/>
          </ac:spMkLst>
        </pc:spChg>
        <pc:spChg chg="add">
          <ac:chgData name="Nishant Devlal" userId="9d268db0811949c5" providerId="LiveId" clId="{A5A24964-B1B7-41C0-AE69-B93291B4FCE8}" dt="2025-11-05T09:30:21.860" v="3483" actId="26606"/>
          <ac:spMkLst>
            <pc:docMk/>
            <pc:sldMk cId="1774036577" sldId="268"/>
            <ac:spMk id="39" creationId="{65513E21-21B0-48DB-8CF1-35E43B33A477}"/>
          </ac:spMkLst>
        </pc:spChg>
        <pc:picChg chg="add mod ord">
          <ac:chgData name="Nishant Devlal" userId="9d268db0811949c5" providerId="LiveId" clId="{A5A24964-B1B7-41C0-AE69-B93291B4FCE8}" dt="2025-11-05T09:30:26.377" v="3484" actId="27614"/>
          <ac:picMkLst>
            <pc:docMk/>
            <pc:sldMk cId="1774036577" sldId="268"/>
            <ac:picMk id="4" creationId="{617DBEBD-B94F-7063-001E-98B4C6AE709C}"/>
          </ac:picMkLst>
        </pc:picChg>
        <pc:picChg chg="add del">
          <ac:chgData name="Nishant Devlal" userId="9d268db0811949c5" providerId="LiveId" clId="{A5A24964-B1B7-41C0-AE69-B93291B4FCE8}" dt="2025-11-05T09:30:07.850" v="3478" actId="26606"/>
          <ac:picMkLst>
            <pc:docMk/>
            <pc:sldMk cId="1774036577" sldId="268"/>
            <ac:picMk id="11" creationId="{1F5620B8-A2D8-4568-B566-F0453A0D9167}"/>
          </ac:picMkLst>
        </pc:picChg>
        <pc:picChg chg="add del">
          <ac:chgData name="Nishant Devlal" userId="9d268db0811949c5" providerId="LiveId" clId="{A5A24964-B1B7-41C0-AE69-B93291B4FCE8}" dt="2025-11-05T09:30:18.884" v="3480" actId="26606"/>
          <ac:picMkLst>
            <pc:docMk/>
            <pc:sldMk cId="1774036577" sldId="268"/>
            <ac:picMk id="22" creationId="{1F5620B8-A2D8-4568-B566-F0453A0D9167}"/>
          </ac:picMkLst>
        </pc:picChg>
        <pc:picChg chg="add del">
          <ac:chgData name="Nishant Devlal" userId="9d268db0811949c5" providerId="LiveId" clId="{A5A24964-B1B7-41C0-AE69-B93291B4FCE8}" dt="2025-11-05T09:30:21.733" v="3482" actId="26606"/>
          <ac:picMkLst>
            <pc:docMk/>
            <pc:sldMk cId="1774036577" sldId="268"/>
            <ac:picMk id="29" creationId="{1F5620B8-A2D8-4568-B566-F0453A0D9167}"/>
          </ac:picMkLst>
        </pc:picChg>
        <pc:picChg chg="add">
          <ac:chgData name="Nishant Devlal" userId="9d268db0811949c5" providerId="LiveId" clId="{A5A24964-B1B7-41C0-AE69-B93291B4FCE8}" dt="2025-11-05T09:30:21.860" v="3483" actId="26606"/>
          <ac:picMkLst>
            <pc:docMk/>
            <pc:sldMk cId="1774036577" sldId="268"/>
            <ac:picMk id="36" creationId="{1F5620B8-A2D8-4568-B566-F0453A0D9167}"/>
          </ac:picMkLst>
        </pc:picChg>
        <pc:cxnChg chg="add del">
          <ac:chgData name="Nishant Devlal" userId="9d268db0811949c5" providerId="LiveId" clId="{A5A24964-B1B7-41C0-AE69-B93291B4FCE8}" dt="2025-11-05T09:30:07.850" v="3478" actId="26606"/>
          <ac:cxnSpMkLst>
            <pc:docMk/>
            <pc:sldMk cId="1774036577" sldId="268"/>
            <ac:cxnSpMk id="13" creationId="{1C7D2BA4-4B7A-4596-8BCC-5CF715423894}"/>
          </ac:cxnSpMkLst>
        </pc:cxnChg>
        <pc:cxnChg chg="add del">
          <ac:chgData name="Nishant Devlal" userId="9d268db0811949c5" providerId="LiveId" clId="{A5A24964-B1B7-41C0-AE69-B93291B4FCE8}" dt="2025-11-05T09:30:07.850" v="3478" actId="26606"/>
          <ac:cxnSpMkLst>
            <pc:docMk/>
            <pc:sldMk cId="1774036577" sldId="268"/>
            <ac:cxnSpMk id="15" creationId="{4977F1E1-2B6F-4BB6-899F-67D8764D83C5}"/>
          </ac:cxnSpMkLst>
        </pc:cxnChg>
        <pc:cxnChg chg="add del">
          <ac:chgData name="Nishant Devlal" userId="9d268db0811949c5" providerId="LiveId" clId="{A5A24964-B1B7-41C0-AE69-B93291B4FCE8}" dt="2025-11-05T09:30:07.850" v="3478" actId="26606"/>
          <ac:cxnSpMkLst>
            <pc:docMk/>
            <pc:sldMk cId="1774036577" sldId="268"/>
            <ac:cxnSpMk id="19" creationId="{65409EC7-69B1-45CC-8FB7-1964C1AB6720}"/>
          </ac:cxnSpMkLst>
        </pc:cxnChg>
        <pc:cxnChg chg="add del">
          <ac:chgData name="Nishant Devlal" userId="9d268db0811949c5" providerId="LiveId" clId="{A5A24964-B1B7-41C0-AE69-B93291B4FCE8}" dt="2025-11-05T09:30:18.884" v="3480" actId="26606"/>
          <ac:cxnSpMkLst>
            <pc:docMk/>
            <pc:sldMk cId="1774036577" sldId="268"/>
            <ac:cxnSpMk id="23" creationId="{1C7D2BA4-4B7A-4596-8BCC-5CF715423894}"/>
          </ac:cxnSpMkLst>
        </pc:cxnChg>
        <pc:cxnChg chg="add del">
          <ac:chgData name="Nishant Devlal" userId="9d268db0811949c5" providerId="LiveId" clId="{A5A24964-B1B7-41C0-AE69-B93291B4FCE8}" dt="2025-11-05T09:30:18.884" v="3480" actId="26606"/>
          <ac:cxnSpMkLst>
            <pc:docMk/>
            <pc:sldMk cId="1774036577" sldId="268"/>
            <ac:cxnSpMk id="24" creationId="{4977F1E1-2B6F-4BB6-899F-67D8764D83C5}"/>
          </ac:cxnSpMkLst>
        </pc:cxnChg>
        <pc:cxnChg chg="add del">
          <ac:chgData name="Nishant Devlal" userId="9d268db0811949c5" providerId="LiveId" clId="{A5A24964-B1B7-41C0-AE69-B93291B4FCE8}" dt="2025-11-05T09:30:18.884" v="3480" actId="26606"/>
          <ac:cxnSpMkLst>
            <pc:docMk/>
            <pc:sldMk cId="1774036577" sldId="268"/>
            <ac:cxnSpMk id="26" creationId="{580B8A35-DEA7-4D43-9DF8-90B4681D0FAD}"/>
          </ac:cxnSpMkLst>
        </pc:cxnChg>
        <pc:cxnChg chg="add del">
          <ac:chgData name="Nishant Devlal" userId="9d268db0811949c5" providerId="LiveId" clId="{A5A24964-B1B7-41C0-AE69-B93291B4FCE8}" dt="2025-11-05T09:30:21.733" v="3482" actId="26606"/>
          <ac:cxnSpMkLst>
            <pc:docMk/>
            <pc:sldMk cId="1774036577" sldId="268"/>
            <ac:cxnSpMk id="30" creationId="{1C7D2BA4-4B7A-4596-8BCC-5CF715423894}"/>
          </ac:cxnSpMkLst>
        </pc:cxnChg>
        <pc:cxnChg chg="add del">
          <ac:chgData name="Nishant Devlal" userId="9d268db0811949c5" providerId="LiveId" clId="{A5A24964-B1B7-41C0-AE69-B93291B4FCE8}" dt="2025-11-05T09:30:21.733" v="3482" actId="26606"/>
          <ac:cxnSpMkLst>
            <pc:docMk/>
            <pc:sldMk cId="1774036577" sldId="268"/>
            <ac:cxnSpMk id="31" creationId="{4977F1E1-2B6F-4BB6-899F-67D8764D83C5}"/>
          </ac:cxnSpMkLst>
        </pc:cxnChg>
        <pc:cxnChg chg="add del">
          <ac:chgData name="Nishant Devlal" userId="9d268db0811949c5" providerId="LiveId" clId="{A5A24964-B1B7-41C0-AE69-B93291B4FCE8}" dt="2025-11-05T09:30:21.733" v="3482" actId="26606"/>
          <ac:cxnSpMkLst>
            <pc:docMk/>
            <pc:sldMk cId="1774036577" sldId="268"/>
            <ac:cxnSpMk id="33" creationId="{580B8A35-DEA7-4D43-9DF8-90B4681D0FAD}"/>
          </ac:cxnSpMkLst>
        </pc:cxnChg>
        <pc:cxnChg chg="add">
          <ac:chgData name="Nishant Devlal" userId="9d268db0811949c5" providerId="LiveId" clId="{A5A24964-B1B7-41C0-AE69-B93291B4FCE8}" dt="2025-11-05T09:30:21.860" v="3483" actId="26606"/>
          <ac:cxnSpMkLst>
            <pc:docMk/>
            <pc:sldMk cId="1774036577" sldId="268"/>
            <ac:cxnSpMk id="37" creationId="{1C7D2BA4-4B7A-4596-8BCC-5CF715423894}"/>
          </ac:cxnSpMkLst>
        </pc:cxnChg>
        <pc:cxnChg chg="add">
          <ac:chgData name="Nishant Devlal" userId="9d268db0811949c5" providerId="LiveId" clId="{A5A24964-B1B7-41C0-AE69-B93291B4FCE8}" dt="2025-11-05T09:30:21.860" v="3483" actId="26606"/>
          <ac:cxnSpMkLst>
            <pc:docMk/>
            <pc:sldMk cId="1774036577" sldId="268"/>
            <ac:cxnSpMk id="38" creationId="{4977F1E1-2B6F-4BB6-899F-67D8764D83C5}"/>
          </ac:cxnSpMkLst>
        </pc:cxnChg>
        <pc:cxnChg chg="add">
          <ac:chgData name="Nishant Devlal" userId="9d268db0811949c5" providerId="LiveId" clId="{A5A24964-B1B7-41C0-AE69-B93291B4FCE8}" dt="2025-11-05T09:30:21.860" v="3483" actId="26606"/>
          <ac:cxnSpMkLst>
            <pc:docMk/>
            <pc:sldMk cId="1774036577" sldId="268"/>
            <ac:cxnSpMk id="40" creationId="{580B8A35-DEA7-4D43-9DF8-90B4681D0FAD}"/>
          </ac:cxnSpMkLst>
        </pc:cxn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ata5.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12.png"/><Relationship Id="rId7" Type="http://schemas.openxmlformats.org/officeDocument/2006/relationships/image" Target="../media/image30.png"/><Relationship Id="rId12" Type="http://schemas.openxmlformats.org/officeDocument/2006/relationships/image" Target="../media/image35.sv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29.sv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rawing5.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12.png"/><Relationship Id="rId7" Type="http://schemas.openxmlformats.org/officeDocument/2006/relationships/image" Target="../media/image30.png"/><Relationship Id="rId12" Type="http://schemas.openxmlformats.org/officeDocument/2006/relationships/image" Target="../media/image35.sv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29.sv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B0E7F4-7BF6-4AFC-A1E6-18C6264B0619}"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608F73C-8D90-4B4D-AB66-C0CF2C3EB4F7}">
      <dgm:prSet/>
      <dgm:spPr/>
      <dgm:t>
        <a:bodyPr/>
        <a:lstStyle/>
        <a:p>
          <a:r>
            <a:rPr lang="en-US" b="1" dirty="0"/>
            <a:t>Content-based filtering is a recommendation technique that suggests items (like songs, movies, etc.) that are similar to items that a user liked in the past.</a:t>
          </a:r>
        </a:p>
      </dgm:t>
    </dgm:pt>
    <dgm:pt modelId="{010F060C-DC05-4EC5-8EAD-F5593E3F0333}" type="parTrans" cxnId="{EFD57DD5-058B-461B-A9F6-0F7E557D9400}">
      <dgm:prSet/>
      <dgm:spPr/>
      <dgm:t>
        <a:bodyPr/>
        <a:lstStyle/>
        <a:p>
          <a:endParaRPr lang="en-US"/>
        </a:p>
      </dgm:t>
    </dgm:pt>
    <dgm:pt modelId="{A27F7C0B-D467-4B7B-8125-AD77EFB89E0D}" type="sibTrans" cxnId="{EFD57DD5-058B-461B-A9F6-0F7E557D9400}">
      <dgm:prSet/>
      <dgm:spPr/>
      <dgm:t>
        <a:bodyPr/>
        <a:lstStyle/>
        <a:p>
          <a:endParaRPr lang="en-US"/>
        </a:p>
      </dgm:t>
    </dgm:pt>
    <dgm:pt modelId="{9137C084-82CE-471E-82CE-191BFA95FEE1}">
      <dgm:prSet/>
      <dgm:spPr/>
      <dgm:t>
        <a:bodyPr/>
        <a:lstStyle/>
        <a:p>
          <a:r>
            <a:rPr lang="en-US" b="1" dirty="0"/>
            <a:t>When generating recommendations, the system compares the features of all available unrated items against the user's preferences.</a:t>
          </a:r>
        </a:p>
      </dgm:t>
    </dgm:pt>
    <dgm:pt modelId="{82F692AD-138E-4DBF-9950-2FE5537DC4A3}" type="parTrans" cxnId="{AE46EDBB-9C81-40A6-A209-FAF4CC418433}">
      <dgm:prSet/>
      <dgm:spPr/>
      <dgm:t>
        <a:bodyPr/>
        <a:lstStyle/>
        <a:p>
          <a:endParaRPr lang="en-US"/>
        </a:p>
      </dgm:t>
    </dgm:pt>
    <dgm:pt modelId="{2144EAD3-FD35-4907-B544-D5EA182B964C}" type="sibTrans" cxnId="{AE46EDBB-9C81-40A6-A209-FAF4CC418433}">
      <dgm:prSet/>
      <dgm:spPr/>
      <dgm:t>
        <a:bodyPr/>
        <a:lstStyle/>
        <a:p>
          <a:endParaRPr lang="en-US"/>
        </a:p>
      </dgm:t>
    </dgm:pt>
    <dgm:pt modelId="{A0C504BA-FF0C-43D2-99FF-2389D5DE0CFD}">
      <dgm:prSet/>
      <dgm:spPr/>
      <dgm:t>
        <a:bodyPr/>
        <a:lstStyle/>
        <a:p>
          <a:r>
            <a:rPr lang="en-US" b="1" dirty="0"/>
            <a:t>It uses metrics like cosine similarity to mathematically determine how closely a new item's features match the user's established preferences.</a:t>
          </a:r>
        </a:p>
      </dgm:t>
    </dgm:pt>
    <dgm:pt modelId="{E824004A-F4B7-4DD9-BA5E-828BA354A0CF}" type="parTrans" cxnId="{AB71FBB5-45A9-4026-A03D-2300CF1838B8}">
      <dgm:prSet/>
      <dgm:spPr/>
      <dgm:t>
        <a:bodyPr/>
        <a:lstStyle/>
        <a:p>
          <a:endParaRPr lang="en-US"/>
        </a:p>
      </dgm:t>
    </dgm:pt>
    <dgm:pt modelId="{F4525876-4CE2-41EC-A8AE-E340682EE067}" type="sibTrans" cxnId="{AB71FBB5-45A9-4026-A03D-2300CF1838B8}">
      <dgm:prSet/>
      <dgm:spPr/>
      <dgm:t>
        <a:bodyPr/>
        <a:lstStyle/>
        <a:p>
          <a:endParaRPr lang="en-US"/>
        </a:p>
      </dgm:t>
    </dgm:pt>
    <dgm:pt modelId="{6E394DDC-4F43-4D6E-9061-162A66525F77}">
      <dgm:prSet/>
      <dgm:spPr/>
      <dgm:t>
        <a:bodyPr/>
        <a:lstStyle/>
        <a:p>
          <a:r>
            <a:rPr lang="en-US" b="1" dirty="0"/>
            <a:t>The items with the highest similarity score to the user's profile are the ones recommended.</a:t>
          </a:r>
        </a:p>
      </dgm:t>
    </dgm:pt>
    <dgm:pt modelId="{A748AE00-AB39-4E7B-AF4F-3E852CC96A71}" type="parTrans" cxnId="{AEFB15F5-4901-4FA2-9B24-6D403D72FD23}">
      <dgm:prSet/>
      <dgm:spPr/>
      <dgm:t>
        <a:bodyPr/>
        <a:lstStyle/>
        <a:p>
          <a:endParaRPr lang="en-US"/>
        </a:p>
      </dgm:t>
    </dgm:pt>
    <dgm:pt modelId="{1C8E4025-C3BC-433B-BB0E-E0AC5E98D017}" type="sibTrans" cxnId="{AEFB15F5-4901-4FA2-9B24-6D403D72FD23}">
      <dgm:prSet/>
      <dgm:spPr/>
      <dgm:t>
        <a:bodyPr/>
        <a:lstStyle/>
        <a:p>
          <a:endParaRPr lang="en-US"/>
        </a:p>
      </dgm:t>
    </dgm:pt>
    <dgm:pt modelId="{BC660326-E5DA-4FA5-A1B0-63E56C05F48F}" type="pres">
      <dgm:prSet presAssocID="{E2B0E7F4-7BF6-4AFC-A1E6-18C6264B0619}" presName="root" presStyleCnt="0">
        <dgm:presLayoutVars>
          <dgm:dir/>
          <dgm:resizeHandles val="exact"/>
        </dgm:presLayoutVars>
      </dgm:prSet>
      <dgm:spPr/>
    </dgm:pt>
    <dgm:pt modelId="{F6234946-101A-4A72-8495-75C3BC738813}" type="pres">
      <dgm:prSet presAssocID="{E2B0E7F4-7BF6-4AFC-A1E6-18C6264B0619}" presName="container" presStyleCnt="0">
        <dgm:presLayoutVars>
          <dgm:dir/>
          <dgm:resizeHandles val="exact"/>
        </dgm:presLayoutVars>
      </dgm:prSet>
      <dgm:spPr/>
    </dgm:pt>
    <dgm:pt modelId="{FA4E5D21-5838-4E85-9573-0380EF1AAAB5}" type="pres">
      <dgm:prSet presAssocID="{D608F73C-8D90-4B4D-AB66-C0CF2C3EB4F7}" presName="compNode" presStyleCnt="0"/>
      <dgm:spPr/>
    </dgm:pt>
    <dgm:pt modelId="{314F988B-B00C-4D09-BC4D-F57E0D99DAAE}" type="pres">
      <dgm:prSet presAssocID="{D608F73C-8D90-4B4D-AB66-C0CF2C3EB4F7}" presName="iconBgRect" presStyleLbl="bgShp" presStyleIdx="0" presStyleCnt="4" custLinFactNeighborX="-581" custLinFactNeighborY="197"/>
      <dgm:spPr/>
    </dgm:pt>
    <dgm:pt modelId="{129385D4-65D0-4B00-9623-4A011BEB519A}" type="pres">
      <dgm:prSet presAssocID="{D608F73C-8D90-4B4D-AB66-C0CF2C3EB4F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J"/>
        </a:ext>
      </dgm:extLst>
    </dgm:pt>
    <dgm:pt modelId="{E0FE9AC8-C544-451B-8989-1C36FEF72026}" type="pres">
      <dgm:prSet presAssocID="{D608F73C-8D90-4B4D-AB66-C0CF2C3EB4F7}" presName="spaceRect" presStyleCnt="0"/>
      <dgm:spPr/>
    </dgm:pt>
    <dgm:pt modelId="{BC21E0DB-DC6C-4C0D-9F53-5EDB8317A43B}" type="pres">
      <dgm:prSet presAssocID="{D608F73C-8D90-4B4D-AB66-C0CF2C3EB4F7}" presName="textRect" presStyleLbl="revTx" presStyleIdx="0" presStyleCnt="4">
        <dgm:presLayoutVars>
          <dgm:chMax val="1"/>
          <dgm:chPref val="1"/>
        </dgm:presLayoutVars>
      </dgm:prSet>
      <dgm:spPr/>
    </dgm:pt>
    <dgm:pt modelId="{72919D05-7352-4A8E-8E6D-532EAC2943E2}" type="pres">
      <dgm:prSet presAssocID="{A27F7C0B-D467-4B7B-8125-AD77EFB89E0D}" presName="sibTrans" presStyleLbl="sibTrans2D1" presStyleIdx="0" presStyleCnt="0"/>
      <dgm:spPr/>
    </dgm:pt>
    <dgm:pt modelId="{26EAFDD3-DCCD-44D9-89CF-358C11A4455B}" type="pres">
      <dgm:prSet presAssocID="{9137C084-82CE-471E-82CE-191BFA95FEE1}" presName="compNode" presStyleCnt="0"/>
      <dgm:spPr/>
    </dgm:pt>
    <dgm:pt modelId="{9C27344C-2DB9-4DBA-8371-4F953D275FB6}" type="pres">
      <dgm:prSet presAssocID="{9137C084-82CE-471E-82CE-191BFA95FEE1}" presName="iconBgRect" presStyleLbl="bgShp" presStyleIdx="1" presStyleCnt="4"/>
      <dgm:spPr/>
    </dgm:pt>
    <dgm:pt modelId="{D4B33B56-9268-4E79-A33D-3E01B2C57891}" type="pres">
      <dgm:prSet presAssocID="{9137C084-82CE-471E-82CE-191BFA95FEE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b Design"/>
        </a:ext>
      </dgm:extLst>
    </dgm:pt>
    <dgm:pt modelId="{13EE9A5C-070C-4E8B-B03B-75807FDBF503}" type="pres">
      <dgm:prSet presAssocID="{9137C084-82CE-471E-82CE-191BFA95FEE1}" presName="spaceRect" presStyleCnt="0"/>
      <dgm:spPr/>
    </dgm:pt>
    <dgm:pt modelId="{1BCB0790-B811-472A-A0BC-71ABE726841D}" type="pres">
      <dgm:prSet presAssocID="{9137C084-82CE-471E-82CE-191BFA95FEE1}" presName="textRect" presStyleLbl="revTx" presStyleIdx="1" presStyleCnt="4" custLinFactNeighborX="-739" custLinFactNeighborY="-5809">
        <dgm:presLayoutVars>
          <dgm:chMax val="1"/>
          <dgm:chPref val="1"/>
        </dgm:presLayoutVars>
      </dgm:prSet>
      <dgm:spPr/>
    </dgm:pt>
    <dgm:pt modelId="{49425414-D0EC-49C7-B883-ED8D308CCD3D}" type="pres">
      <dgm:prSet presAssocID="{2144EAD3-FD35-4907-B544-D5EA182B964C}" presName="sibTrans" presStyleLbl="sibTrans2D1" presStyleIdx="0" presStyleCnt="0"/>
      <dgm:spPr/>
    </dgm:pt>
    <dgm:pt modelId="{2D192483-3422-4ECB-AED0-14A628C46F8B}" type="pres">
      <dgm:prSet presAssocID="{A0C504BA-FF0C-43D2-99FF-2389D5DE0CFD}" presName="compNode" presStyleCnt="0"/>
      <dgm:spPr/>
    </dgm:pt>
    <dgm:pt modelId="{CDD72C5D-3AE2-488E-ADB7-F26F868D31F5}" type="pres">
      <dgm:prSet presAssocID="{A0C504BA-FF0C-43D2-99FF-2389D5DE0CFD}" presName="iconBgRect" presStyleLbl="bgShp" presStyleIdx="2" presStyleCnt="4"/>
      <dgm:spPr/>
    </dgm:pt>
    <dgm:pt modelId="{02B16907-3F75-4438-8CB1-FE2648D0E6D1}" type="pres">
      <dgm:prSet presAssocID="{A0C504BA-FF0C-43D2-99FF-2389D5DE0CF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56FF1414-5435-48EB-B4A8-B93118916E14}" type="pres">
      <dgm:prSet presAssocID="{A0C504BA-FF0C-43D2-99FF-2389D5DE0CFD}" presName="spaceRect" presStyleCnt="0"/>
      <dgm:spPr/>
    </dgm:pt>
    <dgm:pt modelId="{B0E6D1DC-D1FB-4D97-A3DC-41EB4EC776F5}" type="pres">
      <dgm:prSet presAssocID="{A0C504BA-FF0C-43D2-99FF-2389D5DE0CFD}" presName="textRect" presStyleLbl="revTx" presStyleIdx="2" presStyleCnt="4">
        <dgm:presLayoutVars>
          <dgm:chMax val="1"/>
          <dgm:chPref val="1"/>
        </dgm:presLayoutVars>
      </dgm:prSet>
      <dgm:spPr/>
    </dgm:pt>
    <dgm:pt modelId="{08A97D67-FB5C-427B-973E-950E18606175}" type="pres">
      <dgm:prSet presAssocID="{F4525876-4CE2-41EC-A8AE-E340682EE067}" presName="sibTrans" presStyleLbl="sibTrans2D1" presStyleIdx="0" presStyleCnt="0"/>
      <dgm:spPr/>
    </dgm:pt>
    <dgm:pt modelId="{EFD95393-EA12-4EB5-902F-A8FC12E85468}" type="pres">
      <dgm:prSet presAssocID="{6E394DDC-4F43-4D6E-9061-162A66525F77}" presName="compNode" presStyleCnt="0"/>
      <dgm:spPr/>
    </dgm:pt>
    <dgm:pt modelId="{6CD6F598-E836-47F6-9A0E-3332E39ABB81}" type="pres">
      <dgm:prSet presAssocID="{6E394DDC-4F43-4D6E-9061-162A66525F77}" presName="iconBgRect" presStyleLbl="bgShp" presStyleIdx="3" presStyleCnt="4"/>
      <dgm:spPr/>
    </dgm:pt>
    <dgm:pt modelId="{5DF2A852-6937-46AE-9215-1EAA5B5B909C}" type="pres">
      <dgm:prSet presAssocID="{6E394DDC-4F43-4D6E-9061-162A66525F7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
        </a:ext>
      </dgm:extLst>
    </dgm:pt>
    <dgm:pt modelId="{7FD1F086-2D86-4ADA-8131-85F563C68232}" type="pres">
      <dgm:prSet presAssocID="{6E394DDC-4F43-4D6E-9061-162A66525F77}" presName="spaceRect" presStyleCnt="0"/>
      <dgm:spPr/>
    </dgm:pt>
    <dgm:pt modelId="{53E0280A-91B6-4ADD-8798-F5E8AAD3798E}" type="pres">
      <dgm:prSet presAssocID="{6E394DDC-4F43-4D6E-9061-162A66525F77}" presName="textRect" presStyleLbl="revTx" presStyleIdx="3" presStyleCnt="4" custLinFactNeighborX="-246" custLinFactNeighborY="-9876">
        <dgm:presLayoutVars>
          <dgm:chMax val="1"/>
          <dgm:chPref val="1"/>
        </dgm:presLayoutVars>
      </dgm:prSet>
      <dgm:spPr/>
    </dgm:pt>
  </dgm:ptLst>
  <dgm:cxnLst>
    <dgm:cxn modelId="{4A428902-CC68-414D-9AB3-A0323DE8895B}" type="presOf" srcId="{A0C504BA-FF0C-43D2-99FF-2389D5DE0CFD}" destId="{B0E6D1DC-D1FB-4D97-A3DC-41EB4EC776F5}" srcOrd="0" destOrd="0" presId="urn:microsoft.com/office/officeart/2018/2/layout/IconCircleList"/>
    <dgm:cxn modelId="{8F01AD38-63E8-46B3-9D72-4F382AB1F63D}" type="presOf" srcId="{6E394DDC-4F43-4D6E-9061-162A66525F77}" destId="{53E0280A-91B6-4ADD-8798-F5E8AAD3798E}" srcOrd="0" destOrd="0" presId="urn:microsoft.com/office/officeart/2018/2/layout/IconCircleList"/>
    <dgm:cxn modelId="{F3CF4F39-E7A9-42B9-82E4-BE1C5E89C07E}" type="presOf" srcId="{9137C084-82CE-471E-82CE-191BFA95FEE1}" destId="{1BCB0790-B811-472A-A0BC-71ABE726841D}" srcOrd="0" destOrd="0" presId="urn:microsoft.com/office/officeart/2018/2/layout/IconCircleList"/>
    <dgm:cxn modelId="{6D260D46-DC9C-47E7-B312-85375C483806}" type="presOf" srcId="{F4525876-4CE2-41EC-A8AE-E340682EE067}" destId="{08A97D67-FB5C-427B-973E-950E18606175}" srcOrd="0" destOrd="0" presId="urn:microsoft.com/office/officeart/2018/2/layout/IconCircleList"/>
    <dgm:cxn modelId="{6D45E258-EA0B-4C81-BA55-339C0442726A}" type="presOf" srcId="{E2B0E7F4-7BF6-4AFC-A1E6-18C6264B0619}" destId="{BC660326-E5DA-4FA5-A1B0-63E56C05F48F}" srcOrd="0" destOrd="0" presId="urn:microsoft.com/office/officeart/2018/2/layout/IconCircleList"/>
    <dgm:cxn modelId="{DF3F0785-E199-4F9D-BCC1-8E696A97F715}" type="presOf" srcId="{D608F73C-8D90-4B4D-AB66-C0CF2C3EB4F7}" destId="{BC21E0DB-DC6C-4C0D-9F53-5EDB8317A43B}" srcOrd="0" destOrd="0" presId="urn:microsoft.com/office/officeart/2018/2/layout/IconCircleList"/>
    <dgm:cxn modelId="{AB71FBB5-45A9-4026-A03D-2300CF1838B8}" srcId="{E2B0E7F4-7BF6-4AFC-A1E6-18C6264B0619}" destId="{A0C504BA-FF0C-43D2-99FF-2389D5DE0CFD}" srcOrd="2" destOrd="0" parTransId="{E824004A-F4B7-4DD9-BA5E-828BA354A0CF}" sibTransId="{F4525876-4CE2-41EC-A8AE-E340682EE067}"/>
    <dgm:cxn modelId="{BFC1F3B6-9EB0-410B-9D7A-80A7BA1E3048}" type="presOf" srcId="{A27F7C0B-D467-4B7B-8125-AD77EFB89E0D}" destId="{72919D05-7352-4A8E-8E6D-532EAC2943E2}" srcOrd="0" destOrd="0" presId="urn:microsoft.com/office/officeart/2018/2/layout/IconCircleList"/>
    <dgm:cxn modelId="{AE46EDBB-9C81-40A6-A209-FAF4CC418433}" srcId="{E2B0E7F4-7BF6-4AFC-A1E6-18C6264B0619}" destId="{9137C084-82CE-471E-82CE-191BFA95FEE1}" srcOrd="1" destOrd="0" parTransId="{82F692AD-138E-4DBF-9950-2FE5537DC4A3}" sibTransId="{2144EAD3-FD35-4907-B544-D5EA182B964C}"/>
    <dgm:cxn modelId="{DAC86AC9-518E-4A11-8922-DAC277C3A5FA}" type="presOf" srcId="{2144EAD3-FD35-4907-B544-D5EA182B964C}" destId="{49425414-D0EC-49C7-B883-ED8D308CCD3D}" srcOrd="0" destOrd="0" presId="urn:microsoft.com/office/officeart/2018/2/layout/IconCircleList"/>
    <dgm:cxn modelId="{EFD57DD5-058B-461B-A9F6-0F7E557D9400}" srcId="{E2B0E7F4-7BF6-4AFC-A1E6-18C6264B0619}" destId="{D608F73C-8D90-4B4D-AB66-C0CF2C3EB4F7}" srcOrd="0" destOrd="0" parTransId="{010F060C-DC05-4EC5-8EAD-F5593E3F0333}" sibTransId="{A27F7C0B-D467-4B7B-8125-AD77EFB89E0D}"/>
    <dgm:cxn modelId="{AEFB15F5-4901-4FA2-9B24-6D403D72FD23}" srcId="{E2B0E7F4-7BF6-4AFC-A1E6-18C6264B0619}" destId="{6E394DDC-4F43-4D6E-9061-162A66525F77}" srcOrd="3" destOrd="0" parTransId="{A748AE00-AB39-4E7B-AF4F-3E852CC96A71}" sibTransId="{1C8E4025-C3BC-433B-BB0E-E0AC5E98D017}"/>
    <dgm:cxn modelId="{1175AF23-DE2A-46D5-8794-4C68C5583DE6}" type="presParOf" srcId="{BC660326-E5DA-4FA5-A1B0-63E56C05F48F}" destId="{F6234946-101A-4A72-8495-75C3BC738813}" srcOrd="0" destOrd="0" presId="urn:microsoft.com/office/officeart/2018/2/layout/IconCircleList"/>
    <dgm:cxn modelId="{DD035B06-D0BB-43E2-99AF-DA6FE4480CBC}" type="presParOf" srcId="{F6234946-101A-4A72-8495-75C3BC738813}" destId="{FA4E5D21-5838-4E85-9573-0380EF1AAAB5}" srcOrd="0" destOrd="0" presId="urn:microsoft.com/office/officeart/2018/2/layout/IconCircleList"/>
    <dgm:cxn modelId="{53713AE8-2D39-419A-97AD-F241775E5CFE}" type="presParOf" srcId="{FA4E5D21-5838-4E85-9573-0380EF1AAAB5}" destId="{314F988B-B00C-4D09-BC4D-F57E0D99DAAE}" srcOrd="0" destOrd="0" presId="urn:microsoft.com/office/officeart/2018/2/layout/IconCircleList"/>
    <dgm:cxn modelId="{78DB8351-7349-4501-9883-71799894B425}" type="presParOf" srcId="{FA4E5D21-5838-4E85-9573-0380EF1AAAB5}" destId="{129385D4-65D0-4B00-9623-4A011BEB519A}" srcOrd="1" destOrd="0" presId="urn:microsoft.com/office/officeart/2018/2/layout/IconCircleList"/>
    <dgm:cxn modelId="{0EA02C78-44A9-4014-B4CF-D412F69AE88E}" type="presParOf" srcId="{FA4E5D21-5838-4E85-9573-0380EF1AAAB5}" destId="{E0FE9AC8-C544-451B-8989-1C36FEF72026}" srcOrd="2" destOrd="0" presId="urn:microsoft.com/office/officeart/2018/2/layout/IconCircleList"/>
    <dgm:cxn modelId="{9D8362C5-DDEE-4184-8A8F-D3EB37E87312}" type="presParOf" srcId="{FA4E5D21-5838-4E85-9573-0380EF1AAAB5}" destId="{BC21E0DB-DC6C-4C0D-9F53-5EDB8317A43B}" srcOrd="3" destOrd="0" presId="urn:microsoft.com/office/officeart/2018/2/layout/IconCircleList"/>
    <dgm:cxn modelId="{3227101E-CFB9-462B-813A-E7A9D6D498FA}" type="presParOf" srcId="{F6234946-101A-4A72-8495-75C3BC738813}" destId="{72919D05-7352-4A8E-8E6D-532EAC2943E2}" srcOrd="1" destOrd="0" presId="urn:microsoft.com/office/officeart/2018/2/layout/IconCircleList"/>
    <dgm:cxn modelId="{20418802-891B-4476-AF8E-AE17B1DABB5C}" type="presParOf" srcId="{F6234946-101A-4A72-8495-75C3BC738813}" destId="{26EAFDD3-DCCD-44D9-89CF-358C11A4455B}" srcOrd="2" destOrd="0" presId="urn:microsoft.com/office/officeart/2018/2/layout/IconCircleList"/>
    <dgm:cxn modelId="{AC324CA6-A455-4CFB-BE99-78AA47B657D1}" type="presParOf" srcId="{26EAFDD3-DCCD-44D9-89CF-358C11A4455B}" destId="{9C27344C-2DB9-4DBA-8371-4F953D275FB6}" srcOrd="0" destOrd="0" presId="urn:microsoft.com/office/officeart/2018/2/layout/IconCircleList"/>
    <dgm:cxn modelId="{877CFC19-DE28-42B1-AABC-FF41E2195D0D}" type="presParOf" srcId="{26EAFDD3-DCCD-44D9-89CF-358C11A4455B}" destId="{D4B33B56-9268-4E79-A33D-3E01B2C57891}" srcOrd="1" destOrd="0" presId="urn:microsoft.com/office/officeart/2018/2/layout/IconCircleList"/>
    <dgm:cxn modelId="{10A40692-6ACF-445E-A12D-39F473DAF81E}" type="presParOf" srcId="{26EAFDD3-DCCD-44D9-89CF-358C11A4455B}" destId="{13EE9A5C-070C-4E8B-B03B-75807FDBF503}" srcOrd="2" destOrd="0" presId="urn:microsoft.com/office/officeart/2018/2/layout/IconCircleList"/>
    <dgm:cxn modelId="{F2E48999-D0A2-4614-8894-5E0928ED123D}" type="presParOf" srcId="{26EAFDD3-DCCD-44D9-89CF-358C11A4455B}" destId="{1BCB0790-B811-472A-A0BC-71ABE726841D}" srcOrd="3" destOrd="0" presId="urn:microsoft.com/office/officeart/2018/2/layout/IconCircleList"/>
    <dgm:cxn modelId="{7AE37423-2714-458A-987B-20B4AE9E79D0}" type="presParOf" srcId="{F6234946-101A-4A72-8495-75C3BC738813}" destId="{49425414-D0EC-49C7-B883-ED8D308CCD3D}" srcOrd="3" destOrd="0" presId="urn:microsoft.com/office/officeart/2018/2/layout/IconCircleList"/>
    <dgm:cxn modelId="{F08353D2-73DF-4F21-82B9-87E347AE2EE3}" type="presParOf" srcId="{F6234946-101A-4A72-8495-75C3BC738813}" destId="{2D192483-3422-4ECB-AED0-14A628C46F8B}" srcOrd="4" destOrd="0" presId="urn:microsoft.com/office/officeart/2018/2/layout/IconCircleList"/>
    <dgm:cxn modelId="{3BBA274D-20C5-4857-AB4C-431B54C27CF1}" type="presParOf" srcId="{2D192483-3422-4ECB-AED0-14A628C46F8B}" destId="{CDD72C5D-3AE2-488E-ADB7-F26F868D31F5}" srcOrd="0" destOrd="0" presId="urn:microsoft.com/office/officeart/2018/2/layout/IconCircleList"/>
    <dgm:cxn modelId="{202A3DED-A348-49CC-B0D2-7B54B4C674DE}" type="presParOf" srcId="{2D192483-3422-4ECB-AED0-14A628C46F8B}" destId="{02B16907-3F75-4438-8CB1-FE2648D0E6D1}" srcOrd="1" destOrd="0" presId="urn:microsoft.com/office/officeart/2018/2/layout/IconCircleList"/>
    <dgm:cxn modelId="{973BE450-8E65-4159-AB46-98F843AC8EB3}" type="presParOf" srcId="{2D192483-3422-4ECB-AED0-14A628C46F8B}" destId="{56FF1414-5435-48EB-B4A8-B93118916E14}" srcOrd="2" destOrd="0" presId="urn:microsoft.com/office/officeart/2018/2/layout/IconCircleList"/>
    <dgm:cxn modelId="{F903E1B8-1D99-44FB-9F07-50A1784F00B8}" type="presParOf" srcId="{2D192483-3422-4ECB-AED0-14A628C46F8B}" destId="{B0E6D1DC-D1FB-4D97-A3DC-41EB4EC776F5}" srcOrd="3" destOrd="0" presId="urn:microsoft.com/office/officeart/2018/2/layout/IconCircleList"/>
    <dgm:cxn modelId="{C25A8DB6-2CB1-4A5F-BFD4-FC648F94A1CB}" type="presParOf" srcId="{F6234946-101A-4A72-8495-75C3BC738813}" destId="{08A97D67-FB5C-427B-973E-950E18606175}" srcOrd="5" destOrd="0" presId="urn:microsoft.com/office/officeart/2018/2/layout/IconCircleList"/>
    <dgm:cxn modelId="{9577331F-E524-4D58-A141-2DAEA3FE5E49}" type="presParOf" srcId="{F6234946-101A-4A72-8495-75C3BC738813}" destId="{EFD95393-EA12-4EB5-902F-A8FC12E85468}" srcOrd="6" destOrd="0" presId="urn:microsoft.com/office/officeart/2018/2/layout/IconCircleList"/>
    <dgm:cxn modelId="{95B3862D-1267-4D44-A6BE-45751232207C}" type="presParOf" srcId="{EFD95393-EA12-4EB5-902F-A8FC12E85468}" destId="{6CD6F598-E836-47F6-9A0E-3332E39ABB81}" srcOrd="0" destOrd="0" presId="urn:microsoft.com/office/officeart/2018/2/layout/IconCircleList"/>
    <dgm:cxn modelId="{1157FF2E-AA41-44DD-82F0-3D2535FB3F9B}" type="presParOf" srcId="{EFD95393-EA12-4EB5-902F-A8FC12E85468}" destId="{5DF2A852-6937-46AE-9215-1EAA5B5B909C}" srcOrd="1" destOrd="0" presId="urn:microsoft.com/office/officeart/2018/2/layout/IconCircleList"/>
    <dgm:cxn modelId="{BCBBAC7E-B7A1-49B6-BF6E-497783EF8D3B}" type="presParOf" srcId="{EFD95393-EA12-4EB5-902F-A8FC12E85468}" destId="{7FD1F086-2D86-4ADA-8131-85F563C68232}" srcOrd="2" destOrd="0" presId="urn:microsoft.com/office/officeart/2018/2/layout/IconCircleList"/>
    <dgm:cxn modelId="{8241B653-0060-49D8-9C4E-D192D0705E66}" type="presParOf" srcId="{EFD95393-EA12-4EB5-902F-A8FC12E85468}" destId="{53E0280A-91B6-4ADD-8798-F5E8AAD3798E}"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F7998F-9122-4811-911F-315678B4FE36}"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1C0A59FE-8FD4-4FF0-BD39-78E110A53F5D}">
      <dgm:prSet/>
      <dgm:spPr/>
      <dgm:t>
        <a:bodyPr/>
        <a:lstStyle/>
        <a:p>
          <a:r>
            <a:rPr lang="en-US" dirty="0"/>
            <a:t>Dataset: Bollywood_Songs (2017-2023) This dataset contains information about Bollywood songs including song names, singers, album names, release years, </a:t>
          </a:r>
          <a:r>
            <a:rPr lang="en-US" b="0" dirty="0"/>
            <a:t>lyrics and thumbnails </a:t>
          </a:r>
          <a:r>
            <a:rPr lang="en-US" dirty="0"/>
            <a:t>collected from various sources. </a:t>
          </a:r>
        </a:p>
      </dgm:t>
    </dgm:pt>
    <dgm:pt modelId="{0540DC46-A50C-4CBB-80EE-1B10CDF7717E}" type="parTrans" cxnId="{287AE6C6-4722-4945-BEC1-37A3F77056DD}">
      <dgm:prSet/>
      <dgm:spPr/>
      <dgm:t>
        <a:bodyPr/>
        <a:lstStyle/>
        <a:p>
          <a:endParaRPr lang="en-US"/>
        </a:p>
      </dgm:t>
    </dgm:pt>
    <dgm:pt modelId="{C54CDF27-73AD-424C-A450-E3AA330EA81A}" type="sibTrans" cxnId="{287AE6C6-4722-4945-BEC1-37A3F77056DD}">
      <dgm:prSet/>
      <dgm:spPr/>
      <dgm:t>
        <a:bodyPr/>
        <a:lstStyle/>
        <a:p>
          <a:endParaRPr lang="en-US"/>
        </a:p>
      </dgm:t>
    </dgm:pt>
    <dgm:pt modelId="{F657325D-6064-4B28-BC74-0C0AFACF55A6}">
      <dgm:prSet/>
      <dgm:spPr/>
      <dgm:t>
        <a:bodyPr/>
        <a:lstStyle/>
        <a:p>
          <a:r>
            <a:rPr lang="en-US" dirty="0"/>
            <a:t>Technologies Used: Python, </a:t>
          </a:r>
          <a:r>
            <a:rPr lang="en-US" dirty="0" err="1"/>
            <a:t>Jupyter</a:t>
          </a:r>
          <a:r>
            <a:rPr lang="en-US" dirty="0"/>
            <a:t> notebook, Streamlit, Spotipy, Pandas, Pickle, TfidfVectorizer, cosine_similarity</a:t>
          </a:r>
        </a:p>
      </dgm:t>
    </dgm:pt>
    <dgm:pt modelId="{AE2D9AD6-0A41-41CA-AD66-0439B00C81F7}" type="parTrans" cxnId="{25C84FFE-9294-42D3-BD96-5B66AC36E6B1}">
      <dgm:prSet/>
      <dgm:spPr/>
      <dgm:t>
        <a:bodyPr/>
        <a:lstStyle/>
        <a:p>
          <a:endParaRPr lang="en-US"/>
        </a:p>
      </dgm:t>
    </dgm:pt>
    <dgm:pt modelId="{CB9E2199-FBC4-42D2-8449-3122CD81DA5A}" type="sibTrans" cxnId="{25C84FFE-9294-42D3-BD96-5B66AC36E6B1}">
      <dgm:prSet/>
      <dgm:spPr/>
      <dgm:t>
        <a:bodyPr/>
        <a:lstStyle/>
        <a:p>
          <a:endParaRPr lang="en-US"/>
        </a:p>
      </dgm:t>
    </dgm:pt>
    <dgm:pt modelId="{8CA08A16-F1C2-45D7-A899-21F87175EE7D}" type="pres">
      <dgm:prSet presAssocID="{04F7998F-9122-4811-911F-315678B4FE36}" presName="hierChild1" presStyleCnt="0">
        <dgm:presLayoutVars>
          <dgm:chPref val="1"/>
          <dgm:dir/>
          <dgm:animOne val="branch"/>
          <dgm:animLvl val="lvl"/>
          <dgm:resizeHandles/>
        </dgm:presLayoutVars>
      </dgm:prSet>
      <dgm:spPr/>
    </dgm:pt>
    <dgm:pt modelId="{B0268CCB-1F43-404A-B4E6-DFE0049D55D6}" type="pres">
      <dgm:prSet presAssocID="{1C0A59FE-8FD4-4FF0-BD39-78E110A53F5D}" presName="hierRoot1" presStyleCnt="0"/>
      <dgm:spPr/>
    </dgm:pt>
    <dgm:pt modelId="{4B1C31C1-DC1C-4E6D-867A-66C6E59378DB}" type="pres">
      <dgm:prSet presAssocID="{1C0A59FE-8FD4-4FF0-BD39-78E110A53F5D}" presName="composite" presStyleCnt="0"/>
      <dgm:spPr/>
    </dgm:pt>
    <dgm:pt modelId="{45A326E8-22A9-4A04-B386-55F0DA191512}" type="pres">
      <dgm:prSet presAssocID="{1C0A59FE-8FD4-4FF0-BD39-78E110A53F5D}" presName="background" presStyleLbl="node0" presStyleIdx="0" presStyleCnt="2"/>
      <dgm:spPr/>
    </dgm:pt>
    <dgm:pt modelId="{1C49A5FD-D3FB-45DF-8F9D-F3A1A8285357}" type="pres">
      <dgm:prSet presAssocID="{1C0A59FE-8FD4-4FF0-BD39-78E110A53F5D}" presName="text" presStyleLbl="fgAcc0" presStyleIdx="0" presStyleCnt="2" custScaleX="108616" custScaleY="113670">
        <dgm:presLayoutVars>
          <dgm:chPref val="3"/>
        </dgm:presLayoutVars>
      </dgm:prSet>
      <dgm:spPr/>
    </dgm:pt>
    <dgm:pt modelId="{FEF62DC5-88E1-4173-A80A-4532A11C4784}" type="pres">
      <dgm:prSet presAssocID="{1C0A59FE-8FD4-4FF0-BD39-78E110A53F5D}" presName="hierChild2" presStyleCnt="0"/>
      <dgm:spPr/>
    </dgm:pt>
    <dgm:pt modelId="{665F5B37-6F02-4AC8-BE49-8954D9A744F4}" type="pres">
      <dgm:prSet presAssocID="{F657325D-6064-4B28-BC74-0C0AFACF55A6}" presName="hierRoot1" presStyleCnt="0"/>
      <dgm:spPr/>
    </dgm:pt>
    <dgm:pt modelId="{CA13A7F3-C986-4991-A436-1D98E76FC183}" type="pres">
      <dgm:prSet presAssocID="{F657325D-6064-4B28-BC74-0C0AFACF55A6}" presName="composite" presStyleCnt="0"/>
      <dgm:spPr/>
    </dgm:pt>
    <dgm:pt modelId="{427B774E-8014-454C-8FBB-3E034CD2C9C7}" type="pres">
      <dgm:prSet presAssocID="{F657325D-6064-4B28-BC74-0C0AFACF55A6}" presName="background" presStyleLbl="node0" presStyleIdx="1" presStyleCnt="2"/>
      <dgm:spPr/>
    </dgm:pt>
    <dgm:pt modelId="{F585AE1B-3B31-4B00-B155-0F58B91F8544}" type="pres">
      <dgm:prSet presAssocID="{F657325D-6064-4B28-BC74-0C0AFACF55A6}" presName="text" presStyleLbl="fgAcc0" presStyleIdx="1" presStyleCnt="2" custScaleX="105556" custScaleY="111463">
        <dgm:presLayoutVars>
          <dgm:chPref val="3"/>
        </dgm:presLayoutVars>
      </dgm:prSet>
      <dgm:spPr/>
    </dgm:pt>
    <dgm:pt modelId="{38D43754-9260-463A-B450-0E1CA0CB74A6}" type="pres">
      <dgm:prSet presAssocID="{F657325D-6064-4B28-BC74-0C0AFACF55A6}" presName="hierChild2" presStyleCnt="0"/>
      <dgm:spPr/>
    </dgm:pt>
  </dgm:ptLst>
  <dgm:cxnLst>
    <dgm:cxn modelId="{077F2F17-BED2-4D37-AA7C-F5ECD8058DF6}" type="presOf" srcId="{04F7998F-9122-4811-911F-315678B4FE36}" destId="{8CA08A16-F1C2-45D7-A899-21F87175EE7D}" srcOrd="0" destOrd="0" presId="urn:microsoft.com/office/officeart/2005/8/layout/hierarchy1"/>
    <dgm:cxn modelId="{FDADCE40-9520-46DA-9C75-29F1F29E85F2}" type="presOf" srcId="{F657325D-6064-4B28-BC74-0C0AFACF55A6}" destId="{F585AE1B-3B31-4B00-B155-0F58B91F8544}" srcOrd="0" destOrd="0" presId="urn:microsoft.com/office/officeart/2005/8/layout/hierarchy1"/>
    <dgm:cxn modelId="{7C87C0BB-0928-4A02-80E8-5DFF06B9FDBA}" type="presOf" srcId="{1C0A59FE-8FD4-4FF0-BD39-78E110A53F5D}" destId="{1C49A5FD-D3FB-45DF-8F9D-F3A1A8285357}" srcOrd="0" destOrd="0" presId="urn:microsoft.com/office/officeart/2005/8/layout/hierarchy1"/>
    <dgm:cxn modelId="{287AE6C6-4722-4945-BEC1-37A3F77056DD}" srcId="{04F7998F-9122-4811-911F-315678B4FE36}" destId="{1C0A59FE-8FD4-4FF0-BD39-78E110A53F5D}" srcOrd="0" destOrd="0" parTransId="{0540DC46-A50C-4CBB-80EE-1B10CDF7717E}" sibTransId="{C54CDF27-73AD-424C-A450-E3AA330EA81A}"/>
    <dgm:cxn modelId="{25C84FFE-9294-42D3-BD96-5B66AC36E6B1}" srcId="{04F7998F-9122-4811-911F-315678B4FE36}" destId="{F657325D-6064-4B28-BC74-0C0AFACF55A6}" srcOrd="1" destOrd="0" parTransId="{AE2D9AD6-0A41-41CA-AD66-0439B00C81F7}" sibTransId="{CB9E2199-FBC4-42D2-8449-3122CD81DA5A}"/>
    <dgm:cxn modelId="{A7D056B9-1925-4694-B4C3-5BE065D060BA}" type="presParOf" srcId="{8CA08A16-F1C2-45D7-A899-21F87175EE7D}" destId="{B0268CCB-1F43-404A-B4E6-DFE0049D55D6}" srcOrd="0" destOrd="0" presId="urn:microsoft.com/office/officeart/2005/8/layout/hierarchy1"/>
    <dgm:cxn modelId="{2C4CB541-FC41-40D1-8EE0-1D3A7D920A5F}" type="presParOf" srcId="{B0268CCB-1F43-404A-B4E6-DFE0049D55D6}" destId="{4B1C31C1-DC1C-4E6D-867A-66C6E59378DB}" srcOrd="0" destOrd="0" presId="urn:microsoft.com/office/officeart/2005/8/layout/hierarchy1"/>
    <dgm:cxn modelId="{9A246E1E-7E32-4E8F-8A4E-F20CF6D2ABE6}" type="presParOf" srcId="{4B1C31C1-DC1C-4E6D-867A-66C6E59378DB}" destId="{45A326E8-22A9-4A04-B386-55F0DA191512}" srcOrd="0" destOrd="0" presId="urn:microsoft.com/office/officeart/2005/8/layout/hierarchy1"/>
    <dgm:cxn modelId="{154C1A5B-45E8-43F7-89E6-B32EB494DF72}" type="presParOf" srcId="{4B1C31C1-DC1C-4E6D-867A-66C6E59378DB}" destId="{1C49A5FD-D3FB-45DF-8F9D-F3A1A8285357}" srcOrd="1" destOrd="0" presId="urn:microsoft.com/office/officeart/2005/8/layout/hierarchy1"/>
    <dgm:cxn modelId="{8F1A5730-B4AD-43E9-881F-876A0B131F91}" type="presParOf" srcId="{B0268CCB-1F43-404A-B4E6-DFE0049D55D6}" destId="{FEF62DC5-88E1-4173-A80A-4532A11C4784}" srcOrd="1" destOrd="0" presId="urn:microsoft.com/office/officeart/2005/8/layout/hierarchy1"/>
    <dgm:cxn modelId="{AE9A2AEC-69CF-4F3A-82D6-1F62CA633132}" type="presParOf" srcId="{8CA08A16-F1C2-45D7-A899-21F87175EE7D}" destId="{665F5B37-6F02-4AC8-BE49-8954D9A744F4}" srcOrd="1" destOrd="0" presId="urn:microsoft.com/office/officeart/2005/8/layout/hierarchy1"/>
    <dgm:cxn modelId="{CE778ACD-64DD-488A-9D16-4BA8CC77073C}" type="presParOf" srcId="{665F5B37-6F02-4AC8-BE49-8954D9A744F4}" destId="{CA13A7F3-C986-4991-A436-1D98E76FC183}" srcOrd="0" destOrd="0" presId="urn:microsoft.com/office/officeart/2005/8/layout/hierarchy1"/>
    <dgm:cxn modelId="{F11AB29E-6FCB-479D-88B3-480F5F088AA8}" type="presParOf" srcId="{CA13A7F3-C986-4991-A436-1D98E76FC183}" destId="{427B774E-8014-454C-8FBB-3E034CD2C9C7}" srcOrd="0" destOrd="0" presId="urn:microsoft.com/office/officeart/2005/8/layout/hierarchy1"/>
    <dgm:cxn modelId="{765BC4E7-C398-4D69-8463-1DD0E5C91C6F}" type="presParOf" srcId="{CA13A7F3-C986-4991-A436-1D98E76FC183}" destId="{F585AE1B-3B31-4B00-B155-0F58B91F8544}" srcOrd="1" destOrd="0" presId="urn:microsoft.com/office/officeart/2005/8/layout/hierarchy1"/>
    <dgm:cxn modelId="{3FC243A8-E6DC-4395-8F3A-95F147B167B5}" type="presParOf" srcId="{665F5B37-6F02-4AC8-BE49-8954D9A744F4}" destId="{38D43754-9260-463A-B450-0E1CA0CB74A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0C53A5D-453B-4D99-AE63-5EB3CDCE4E4B}" type="doc">
      <dgm:prSet loTypeId="urn:microsoft.com/office/officeart/2018/2/layout/IconVerticalSolidList" loCatId="icon" qsTypeId="urn:microsoft.com/office/officeart/2005/8/quickstyle/simple1" qsCatId="simple" csTypeId="urn:microsoft.com/office/officeart/2018/5/colors/Iconchunking_neutralbg_accent1_2" csCatId="accent1" phldr="1"/>
      <dgm:spPr/>
      <dgm:t>
        <a:bodyPr/>
        <a:lstStyle/>
        <a:p>
          <a:endParaRPr lang="en-US"/>
        </a:p>
      </dgm:t>
    </dgm:pt>
    <dgm:pt modelId="{E2D4CF60-C0B8-49C9-8549-D0121BC6B83B}">
      <dgm:prSet/>
      <dgm:spPr/>
      <dgm:t>
        <a:bodyPr/>
        <a:lstStyle/>
        <a:p>
          <a:pPr>
            <a:lnSpc>
              <a:spcPct val="100000"/>
            </a:lnSpc>
          </a:pPr>
          <a:r>
            <a:rPr lang="en-US" dirty="0"/>
            <a:t>Intelligent Song Recommendation</a:t>
          </a:r>
        </a:p>
      </dgm:t>
    </dgm:pt>
    <dgm:pt modelId="{12529B4B-7E71-4CDE-B396-F9DCA2A470C9}" type="parTrans" cxnId="{EB1B03C0-AD5B-4418-9233-6B322DF638A7}">
      <dgm:prSet/>
      <dgm:spPr/>
      <dgm:t>
        <a:bodyPr/>
        <a:lstStyle/>
        <a:p>
          <a:endParaRPr lang="en-US"/>
        </a:p>
      </dgm:t>
    </dgm:pt>
    <dgm:pt modelId="{E5DDBA2A-C3DC-43AD-897E-61C412FF0193}" type="sibTrans" cxnId="{EB1B03C0-AD5B-4418-9233-6B322DF638A7}">
      <dgm:prSet/>
      <dgm:spPr/>
      <dgm:t>
        <a:bodyPr/>
        <a:lstStyle/>
        <a:p>
          <a:endParaRPr lang="en-US"/>
        </a:p>
      </dgm:t>
    </dgm:pt>
    <dgm:pt modelId="{C75AF2B5-5B65-49D2-BF88-9CF3FBC6B8F4}">
      <dgm:prSet/>
      <dgm:spPr/>
      <dgm:t>
        <a:bodyPr/>
        <a:lstStyle/>
        <a:p>
          <a:pPr>
            <a:lnSpc>
              <a:spcPct val="100000"/>
            </a:lnSpc>
          </a:pPr>
          <a:r>
            <a:rPr lang="en-US" dirty="0"/>
            <a:t>Dynamic UI and Theme Toggle</a:t>
          </a:r>
        </a:p>
      </dgm:t>
    </dgm:pt>
    <dgm:pt modelId="{F3B167E2-DE2C-4F3A-A906-DEFDF9EE5D64}" type="parTrans" cxnId="{FBB65E54-023D-4756-A3B8-82A6CD85D3DD}">
      <dgm:prSet/>
      <dgm:spPr/>
      <dgm:t>
        <a:bodyPr/>
        <a:lstStyle/>
        <a:p>
          <a:endParaRPr lang="en-US"/>
        </a:p>
      </dgm:t>
    </dgm:pt>
    <dgm:pt modelId="{1BA5ABA4-89E7-4BFF-BCAB-3BA341D99FE4}" type="sibTrans" cxnId="{FBB65E54-023D-4756-A3B8-82A6CD85D3DD}">
      <dgm:prSet/>
      <dgm:spPr/>
      <dgm:t>
        <a:bodyPr/>
        <a:lstStyle/>
        <a:p>
          <a:endParaRPr lang="en-US"/>
        </a:p>
      </dgm:t>
    </dgm:pt>
    <dgm:pt modelId="{573B503B-3D91-45F0-B67A-8E1F2A9B9897}">
      <dgm:prSet/>
      <dgm:spPr/>
      <dgm:t>
        <a:bodyPr/>
        <a:lstStyle/>
        <a:p>
          <a:pPr>
            <a:lnSpc>
              <a:spcPct val="100000"/>
            </a:lnSpc>
          </a:pPr>
          <a:r>
            <a:rPr lang="en-US" dirty="0"/>
            <a:t>Spotify integration</a:t>
          </a:r>
        </a:p>
      </dgm:t>
    </dgm:pt>
    <dgm:pt modelId="{446C4296-EE66-4BCE-BB0C-C31DE58B0807}" type="parTrans" cxnId="{66DCA31A-D6F1-44AE-BC6E-642F784E3E91}">
      <dgm:prSet/>
      <dgm:spPr/>
      <dgm:t>
        <a:bodyPr/>
        <a:lstStyle/>
        <a:p>
          <a:endParaRPr lang="en-US"/>
        </a:p>
      </dgm:t>
    </dgm:pt>
    <dgm:pt modelId="{F70DC82A-028F-4D92-AA1D-4CECE47D515E}" type="sibTrans" cxnId="{66DCA31A-D6F1-44AE-BC6E-642F784E3E91}">
      <dgm:prSet/>
      <dgm:spPr/>
      <dgm:t>
        <a:bodyPr/>
        <a:lstStyle/>
        <a:p>
          <a:endParaRPr lang="en-US"/>
        </a:p>
      </dgm:t>
    </dgm:pt>
    <dgm:pt modelId="{EB0FB174-259E-404A-BF06-10B6D84D5273}">
      <dgm:prSet/>
      <dgm:spPr/>
      <dgm:t>
        <a:bodyPr/>
        <a:lstStyle/>
        <a:p>
          <a:pPr>
            <a:lnSpc>
              <a:spcPct val="100000"/>
            </a:lnSpc>
          </a:pPr>
          <a:r>
            <a:rPr lang="en-US" dirty="0"/>
            <a:t>Visual Recommendation Cards</a:t>
          </a:r>
        </a:p>
      </dgm:t>
    </dgm:pt>
    <dgm:pt modelId="{1902DB93-8148-4DE4-A30A-9C0CC788153D}" type="parTrans" cxnId="{874E271E-FB01-4C0F-B854-224B11EBD3C0}">
      <dgm:prSet/>
      <dgm:spPr/>
      <dgm:t>
        <a:bodyPr/>
        <a:lstStyle/>
        <a:p>
          <a:endParaRPr lang="en-US"/>
        </a:p>
      </dgm:t>
    </dgm:pt>
    <dgm:pt modelId="{4F792914-F8D4-4C4D-9E3D-D20F8D7FCE0D}" type="sibTrans" cxnId="{874E271E-FB01-4C0F-B854-224B11EBD3C0}">
      <dgm:prSet/>
      <dgm:spPr/>
      <dgm:t>
        <a:bodyPr/>
        <a:lstStyle/>
        <a:p>
          <a:endParaRPr lang="en-US"/>
        </a:p>
      </dgm:t>
    </dgm:pt>
    <dgm:pt modelId="{A114D8FC-3AF7-43C4-90BC-5E3A91F6D48D}">
      <dgm:prSet/>
      <dgm:spPr/>
      <dgm:t>
        <a:bodyPr/>
        <a:lstStyle/>
        <a:p>
          <a:pPr>
            <a:lnSpc>
              <a:spcPct val="100000"/>
            </a:lnSpc>
          </a:pPr>
          <a:r>
            <a:rPr lang="en-US" dirty="0"/>
            <a:t>Fast and Lightweight Backend</a:t>
          </a:r>
        </a:p>
      </dgm:t>
    </dgm:pt>
    <dgm:pt modelId="{B68829FA-969D-41E0-A051-74B404C6CB7B}" type="parTrans" cxnId="{6F8E0099-DFF0-4411-A422-61C428D2548F}">
      <dgm:prSet/>
      <dgm:spPr/>
      <dgm:t>
        <a:bodyPr/>
        <a:lstStyle/>
        <a:p>
          <a:endParaRPr lang="en-US"/>
        </a:p>
      </dgm:t>
    </dgm:pt>
    <dgm:pt modelId="{299BD143-BC67-4CAE-8F97-BDEB12E83137}" type="sibTrans" cxnId="{6F8E0099-DFF0-4411-A422-61C428D2548F}">
      <dgm:prSet/>
      <dgm:spPr/>
      <dgm:t>
        <a:bodyPr/>
        <a:lstStyle/>
        <a:p>
          <a:endParaRPr lang="en-US"/>
        </a:p>
      </dgm:t>
    </dgm:pt>
    <dgm:pt modelId="{C2840009-F6B9-4F2A-B8E2-D8726ABCE4F0}" type="pres">
      <dgm:prSet presAssocID="{20C53A5D-453B-4D99-AE63-5EB3CDCE4E4B}" presName="root" presStyleCnt="0">
        <dgm:presLayoutVars>
          <dgm:dir/>
          <dgm:resizeHandles val="exact"/>
        </dgm:presLayoutVars>
      </dgm:prSet>
      <dgm:spPr/>
    </dgm:pt>
    <dgm:pt modelId="{D5EAA979-682A-4D3E-8F51-A397FF3926EC}" type="pres">
      <dgm:prSet presAssocID="{E2D4CF60-C0B8-49C9-8549-D0121BC6B83B}" presName="compNode" presStyleCnt="0"/>
      <dgm:spPr/>
    </dgm:pt>
    <dgm:pt modelId="{555BC425-6BBD-4F61-8954-B96968D5BA1A}" type="pres">
      <dgm:prSet presAssocID="{E2D4CF60-C0B8-49C9-8549-D0121BC6B83B}" presName="bgRect" presStyleLbl="bgShp" presStyleIdx="0" presStyleCnt="5"/>
      <dgm:spPr/>
    </dgm:pt>
    <dgm:pt modelId="{E21CCF6D-7C36-48DD-A0AC-A77DB7803DCF}" type="pres">
      <dgm:prSet presAssocID="{E2D4CF60-C0B8-49C9-8549-D0121BC6B83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usic"/>
        </a:ext>
      </dgm:extLst>
    </dgm:pt>
    <dgm:pt modelId="{914DEAF1-02FF-4FC5-830B-48838B03B8A7}" type="pres">
      <dgm:prSet presAssocID="{E2D4CF60-C0B8-49C9-8549-D0121BC6B83B}" presName="spaceRect" presStyleCnt="0"/>
      <dgm:spPr/>
    </dgm:pt>
    <dgm:pt modelId="{A93A28C3-1C41-43CE-8E59-2825B8196471}" type="pres">
      <dgm:prSet presAssocID="{E2D4CF60-C0B8-49C9-8549-D0121BC6B83B}" presName="parTx" presStyleLbl="revTx" presStyleIdx="0" presStyleCnt="5">
        <dgm:presLayoutVars>
          <dgm:chMax val="0"/>
          <dgm:chPref val="0"/>
        </dgm:presLayoutVars>
      </dgm:prSet>
      <dgm:spPr/>
    </dgm:pt>
    <dgm:pt modelId="{404FA9EF-E528-407D-A7C2-F8CC97E16C49}" type="pres">
      <dgm:prSet presAssocID="{E5DDBA2A-C3DC-43AD-897E-61C412FF0193}" presName="sibTrans" presStyleCnt="0"/>
      <dgm:spPr/>
    </dgm:pt>
    <dgm:pt modelId="{E57254B8-5AA7-4D41-8679-72775EC34ECB}" type="pres">
      <dgm:prSet presAssocID="{C75AF2B5-5B65-49D2-BF88-9CF3FBC6B8F4}" presName="compNode" presStyleCnt="0"/>
      <dgm:spPr/>
    </dgm:pt>
    <dgm:pt modelId="{D82C5ED5-F72D-48AD-8940-5F00BC20FB5F}" type="pres">
      <dgm:prSet presAssocID="{C75AF2B5-5B65-49D2-BF88-9CF3FBC6B8F4}" presName="bgRect" presStyleLbl="bgShp" presStyleIdx="1" presStyleCnt="5"/>
      <dgm:spPr/>
    </dgm:pt>
    <dgm:pt modelId="{5EEDFF48-C333-4B1B-84B3-64DD0B6C651C}" type="pres">
      <dgm:prSet presAssocID="{C75AF2B5-5B65-49D2-BF88-9CF3FBC6B8F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ursor"/>
        </a:ext>
      </dgm:extLst>
    </dgm:pt>
    <dgm:pt modelId="{4F2011D1-987A-4A9B-8894-E1E7A31F2F7A}" type="pres">
      <dgm:prSet presAssocID="{C75AF2B5-5B65-49D2-BF88-9CF3FBC6B8F4}" presName="spaceRect" presStyleCnt="0"/>
      <dgm:spPr/>
    </dgm:pt>
    <dgm:pt modelId="{C10F4F1A-0B10-4459-81F2-32AF12253574}" type="pres">
      <dgm:prSet presAssocID="{C75AF2B5-5B65-49D2-BF88-9CF3FBC6B8F4}" presName="parTx" presStyleLbl="revTx" presStyleIdx="1" presStyleCnt="5">
        <dgm:presLayoutVars>
          <dgm:chMax val="0"/>
          <dgm:chPref val="0"/>
        </dgm:presLayoutVars>
      </dgm:prSet>
      <dgm:spPr/>
    </dgm:pt>
    <dgm:pt modelId="{F5814039-D30E-491A-BAE6-32439C283A5F}" type="pres">
      <dgm:prSet presAssocID="{1BA5ABA4-89E7-4BFF-BCAB-3BA341D99FE4}" presName="sibTrans" presStyleCnt="0"/>
      <dgm:spPr/>
    </dgm:pt>
    <dgm:pt modelId="{40A73F37-5BBD-4316-B68E-84D37F9BDA6D}" type="pres">
      <dgm:prSet presAssocID="{573B503B-3D91-45F0-B67A-8E1F2A9B9897}" presName="compNode" presStyleCnt="0"/>
      <dgm:spPr/>
    </dgm:pt>
    <dgm:pt modelId="{7615ED9A-932B-4365-A612-15F37E750F89}" type="pres">
      <dgm:prSet presAssocID="{573B503B-3D91-45F0-B67A-8E1F2A9B9897}" presName="bgRect" presStyleLbl="bgShp" presStyleIdx="2" presStyleCnt="5"/>
      <dgm:spPr/>
    </dgm:pt>
    <dgm:pt modelId="{8D8F1422-DBC2-4D0D-AE3F-8CF3F37A5132}" type="pres">
      <dgm:prSet presAssocID="{573B503B-3D91-45F0-B67A-8E1F2A9B9897}"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5AB61DCA-A04D-411F-9961-15C6490237AE}" type="pres">
      <dgm:prSet presAssocID="{573B503B-3D91-45F0-B67A-8E1F2A9B9897}" presName="spaceRect" presStyleCnt="0"/>
      <dgm:spPr/>
    </dgm:pt>
    <dgm:pt modelId="{27616F4B-CCA8-41F5-8399-939C992F7FB4}" type="pres">
      <dgm:prSet presAssocID="{573B503B-3D91-45F0-B67A-8E1F2A9B9897}" presName="parTx" presStyleLbl="revTx" presStyleIdx="2" presStyleCnt="5">
        <dgm:presLayoutVars>
          <dgm:chMax val="0"/>
          <dgm:chPref val="0"/>
        </dgm:presLayoutVars>
      </dgm:prSet>
      <dgm:spPr/>
    </dgm:pt>
    <dgm:pt modelId="{818C5D55-E1F3-48ED-8081-FB2B57401BCC}" type="pres">
      <dgm:prSet presAssocID="{F70DC82A-028F-4D92-AA1D-4CECE47D515E}" presName="sibTrans" presStyleCnt="0"/>
      <dgm:spPr/>
    </dgm:pt>
    <dgm:pt modelId="{7262469A-6364-4452-BF44-268B4F381C6C}" type="pres">
      <dgm:prSet presAssocID="{EB0FB174-259E-404A-BF06-10B6D84D5273}" presName="compNode" presStyleCnt="0"/>
      <dgm:spPr/>
    </dgm:pt>
    <dgm:pt modelId="{52B9DE3F-799F-464C-815B-0709AB45319E}" type="pres">
      <dgm:prSet presAssocID="{EB0FB174-259E-404A-BF06-10B6D84D5273}" presName="bgRect" presStyleLbl="bgShp" presStyleIdx="3" presStyleCnt="5"/>
      <dgm:spPr/>
    </dgm:pt>
    <dgm:pt modelId="{5BA53AEF-425F-43BD-BDAD-BF2459D34BB7}" type="pres">
      <dgm:prSet presAssocID="{EB0FB174-259E-404A-BF06-10B6D84D527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ye"/>
        </a:ext>
      </dgm:extLst>
    </dgm:pt>
    <dgm:pt modelId="{EB9153CC-F66F-451E-AA5C-171B469F2102}" type="pres">
      <dgm:prSet presAssocID="{EB0FB174-259E-404A-BF06-10B6D84D5273}" presName="spaceRect" presStyleCnt="0"/>
      <dgm:spPr/>
    </dgm:pt>
    <dgm:pt modelId="{58331149-94C1-4B37-A186-C4258C4021BD}" type="pres">
      <dgm:prSet presAssocID="{EB0FB174-259E-404A-BF06-10B6D84D5273}" presName="parTx" presStyleLbl="revTx" presStyleIdx="3" presStyleCnt="5">
        <dgm:presLayoutVars>
          <dgm:chMax val="0"/>
          <dgm:chPref val="0"/>
        </dgm:presLayoutVars>
      </dgm:prSet>
      <dgm:spPr/>
    </dgm:pt>
    <dgm:pt modelId="{34AD24E2-C552-4812-8BEF-323B23002E8C}" type="pres">
      <dgm:prSet presAssocID="{4F792914-F8D4-4C4D-9E3D-D20F8D7FCE0D}" presName="sibTrans" presStyleCnt="0"/>
      <dgm:spPr/>
    </dgm:pt>
    <dgm:pt modelId="{F3BB9922-B68A-4D99-9D2A-81A064BD1934}" type="pres">
      <dgm:prSet presAssocID="{A114D8FC-3AF7-43C4-90BC-5E3A91F6D48D}" presName="compNode" presStyleCnt="0"/>
      <dgm:spPr/>
    </dgm:pt>
    <dgm:pt modelId="{5274A0DB-2DCC-43C1-ADE8-C518F5AB9C4B}" type="pres">
      <dgm:prSet presAssocID="{A114D8FC-3AF7-43C4-90BC-5E3A91F6D48D}" presName="bgRect" presStyleLbl="bgShp" presStyleIdx="4" presStyleCnt="5"/>
      <dgm:spPr/>
    </dgm:pt>
    <dgm:pt modelId="{D6D296A9-8145-4F63-9FB0-7B2FCD9BEF52}" type="pres">
      <dgm:prSet presAssocID="{A114D8FC-3AF7-43C4-90BC-5E3A91F6D48D}"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atabase"/>
        </a:ext>
      </dgm:extLst>
    </dgm:pt>
    <dgm:pt modelId="{965094D1-4796-4D82-A225-A6C0FC98D54F}" type="pres">
      <dgm:prSet presAssocID="{A114D8FC-3AF7-43C4-90BC-5E3A91F6D48D}" presName="spaceRect" presStyleCnt="0"/>
      <dgm:spPr/>
    </dgm:pt>
    <dgm:pt modelId="{447430B4-0461-48F8-A06C-4D1EAB57C5B0}" type="pres">
      <dgm:prSet presAssocID="{A114D8FC-3AF7-43C4-90BC-5E3A91F6D48D}" presName="parTx" presStyleLbl="revTx" presStyleIdx="4" presStyleCnt="5">
        <dgm:presLayoutVars>
          <dgm:chMax val="0"/>
          <dgm:chPref val="0"/>
        </dgm:presLayoutVars>
      </dgm:prSet>
      <dgm:spPr/>
    </dgm:pt>
  </dgm:ptLst>
  <dgm:cxnLst>
    <dgm:cxn modelId="{66DCA31A-D6F1-44AE-BC6E-642F784E3E91}" srcId="{20C53A5D-453B-4D99-AE63-5EB3CDCE4E4B}" destId="{573B503B-3D91-45F0-B67A-8E1F2A9B9897}" srcOrd="2" destOrd="0" parTransId="{446C4296-EE66-4BCE-BB0C-C31DE58B0807}" sibTransId="{F70DC82A-028F-4D92-AA1D-4CECE47D515E}"/>
    <dgm:cxn modelId="{874E271E-FB01-4C0F-B854-224B11EBD3C0}" srcId="{20C53A5D-453B-4D99-AE63-5EB3CDCE4E4B}" destId="{EB0FB174-259E-404A-BF06-10B6D84D5273}" srcOrd="3" destOrd="0" parTransId="{1902DB93-8148-4DE4-A30A-9C0CC788153D}" sibTransId="{4F792914-F8D4-4C4D-9E3D-D20F8D7FCE0D}"/>
    <dgm:cxn modelId="{DA568030-52CA-421B-BE06-388C32FAF31C}" type="presOf" srcId="{C75AF2B5-5B65-49D2-BF88-9CF3FBC6B8F4}" destId="{C10F4F1A-0B10-4459-81F2-32AF12253574}" srcOrd="0" destOrd="0" presId="urn:microsoft.com/office/officeart/2018/2/layout/IconVerticalSolidList"/>
    <dgm:cxn modelId="{89DC166A-983D-4D37-9163-64C197D698D6}" type="presOf" srcId="{573B503B-3D91-45F0-B67A-8E1F2A9B9897}" destId="{27616F4B-CCA8-41F5-8399-939C992F7FB4}" srcOrd="0" destOrd="0" presId="urn:microsoft.com/office/officeart/2018/2/layout/IconVerticalSolidList"/>
    <dgm:cxn modelId="{E9CC0B4C-7145-4707-A7C0-A8E9A4FAEF27}" type="presOf" srcId="{20C53A5D-453B-4D99-AE63-5EB3CDCE4E4B}" destId="{C2840009-F6B9-4F2A-B8E2-D8726ABCE4F0}" srcOrd="0" destOrd="0" presId="urn:microsoft.com/office/officeart/2018/2/layout/IconVerticalSolidList"/>
    <dgm:cxn modelId="{FBB65E54-023D-4756-A3B8-82A6CD85D3DD}" srcId="{20C53A5D-453B-4D99-AE63-5EB3CDCE4E4B}" destId="{C75AF2B5-5B65-49D2-BF88-9CF3FBC6B8F4}" srcOrd="1" destOrd="0" parTransId="{F3B167E2-DE2C-4F3A-A906-DEFDF9EE5D64}" sibTransId="{1BA5ABA4-89E7-4BFF-BCAB-3BA341D99FE4}"/>
    <dgm:cxn modelId="{66697377-B019-422A-A0D4-F575D195A57F}" type="presOf" srcId="{E2D4CF60-C0B8-49C9-8549-D0121BC6B83B}" destId="{A93A28C3-1C41-43CE-8E59-2825B8196471}" srcOrd="0" destOrd="0" presId="urn:microsoft.com/office/officeart/2018/2/layout/IconVerticalSolidList"/>
    <dgm:cxn modelId="{4FD67279-F421-4C99-B980-F7381B6406AE}" type="presOf" srcId="{A114D8FC-3AF7-43C4-90BC-5E3A91F6D48D}" destId="{447430B4-0461-48F8-A06C-4D1EAB57C5B0}" srcOrd="0" destOrd="0" presId="urn:microsoft.com/office/officeart/2018/2/layout/IconVerticalSolidList"/>
    <dgm:cxn modelId="{6F8E0099-DFF0-4411-A422-61C428D2548F}" srcId="{20C53A5D-453B-4D99-AE63-5EB3CDCE4E4B}" destId="{A114D8FC-3AF7-43C4-90BC-5E3A91F6D48D}" srcOrd="4" destOrd="0" parTransId="{B68829FA-969D-41E0-A051-74B404C6CB7B}" sibTransId="{299BD143-BC67-4CAE-8F97-BDEB12E83137}"/>
    <dgm:cxn modelId="{EB1B03C0-AD5B-4418-9233-6B322DF638A7}" srcId="{20C53A5D-453B-4D99-AE63-5EB3CDCE4E4B}" destId="{E2D4CF60-C0B8-49C9-8549-D0121BC6B83B}" srcOrd="0" destOrd="0" parTransId="{12529B4B-7E71-4CDE-B396-F9DCA2A470C9}" sibTransId="{E5DDBA2A-C3DC-43AD-897E-61C412FF0193}"/>
    <dgm:cxn modelId="{AA715FDC-DC74-4862-919B-A81ADE290FCD}" type="presOf" srcId="{EB0FB174-259E-404A-BF06-10B6D84D5273}" destId="{58331149-94C1-4B37-A186-C4258C4021BD}" srcOrd="0" destOrd="0" presId="urn:microsoft.com/office/officeart/2018/2/layout/IconVerticalSolidList"/>
    <dgm:cxn modelId="{42DF1C92-2616-4A52-8BD0-08C04737C22F}" type="presParOf" srcId="{C2840009-F6B9-4F2A-B8E2-D8726ABCE4F0}" destId="{D5EAA979-682A-4D3E-8F51-A397FF3926EC}" srcOrd="0" destOrd="0" presId="urn:microsoft.com/office/officeart/2018/2/layout/IconVerticalSolidList"/>
    <dgm:cxn modelId="{1E74EF52-6372-48E9-BA40-CD771E465196}" type="presParOf" srcId="{D5EAA979-682A-4D3E-8F51-A397FF3926EC}" destId="{555BC425-6BBD-4F61-8954-B96968D5BA1A}" srcOrd="0" destOrd="0" presId="urn:microsoft.com/office/officeart/2018/2/layout/IconVerticalSolidList"/>
    <dgm:cxn modelId="{ADD45719-A826-4A98-89C2-9D459F7AD89C}" type="presParOf" srcId="{D5EAA979-682A-4D3E-8F51-A397FF3926EC}" destId="{E21CCF6D-7C36-48DD-A0AC-A77DB7803DCF}" srcOrd="1" destOrd="0" presId="urn:microsoft.com/office/officeart/2018/2/layout/IconVerticalSolidList"/>
    <dgm:cxn modelId="{C025673B-D7CC-45C3-A82A-62EEB789CDE3}" type="presParOf" srcId="{D5EAA979-682A-4D3E-8F51-A397FF3926EC}" destId="{914DEAF1-02FF-4FC5-830B-48838B03B8A7}" srcOrd="2" destOrd="0" presId="urn:microsoft.com/office/officeart/2018/2/layout/IconVerticalSolidList"/>
    <dgm:cxn modelId="{A43E993A-B549-4F2A-89A0-76758A042D3D}" type="presParOf" srcId="{D5EAA979-682A-4D3E-8F51-A397FF3926EC}" destId="{A93A28C3-1C41-43CE-8E59-2825B8196471}" srcOrd="3" destOrd="0" presId="urn:microsoft.com/office/officeart/2018/2/layout/IconVerticalSolidList"/>
    <dgm:cxn modelId="{8EDAC98A-4032-4019-989D-154D2D1C6F56}" type="presParOf" srcId="{C2840009-F6B9-4F2A-B8E2-D8726ABCE4F0}" destId="{404FA9EF-E528-407D-A7C2-F8CC97E16C49}" srcOrd="1" destOrd="0" presId="urn:microsoft.com/office/officeart/2018/2/layout/IconVerticalSolidList"/>
    <dgm:cxn modelId="{1A34A056-FE77-4B59-96B9-5771A3C72139}" type="presParOf" srcId="{C2840009-F6B9-4F2A-B8E2-D8726ABCE4F0}" destId="{E57254B8-5AA7-4D41-8679-72775EC34ECB}" srcOrd="2" destOrd="0" presId="urn:microsoft.com/office/officeart/2018/2/layout/IconVerticalSolidList"/>
    <dgm:cxn modelId="{9CA11452-3723-4F9E-A904-502CB3710D59}" type="presParOf" srcId="{E57254B8-5AA7-4D41-8679-72775EC34ECB}" destId="{D82C5ED5-F72D-48AD-8940-5F00BC20FB5F}" srcOrd="0" destOrd="0" presId="urn:microsoft.com/office/officeart/2018/2/layout/IconVerticalSolidList"/>
    <dgm:cxn modelId="{95FBF499-CD52-4764-BFA4-C1E16053EEE0}" type="presParOf" srcId="{E57254B8-5AA7-4D41-8679-72775EC34ECB}" destId="{5EEDFF48-C333-4B1B-84B3-64DD0B6C651C}" srcOrd="1" destOrd="0" presId="urn:microsoft.com/office/officeart/2018/2/layout/IconVerticalSolidList"/>
    <dgm:cxn modelId="{468E2CD4-E953-4C18-8312-9FBDAAE04C1F}" type="presParOf" srcId="{E57254B8-5AA7-4D41-8679-72775EC34ECB}" destId="{4F2011D1-987A-4A9B-8894-E1E7A31F2F7A}" srcOrd="2" destOrd="0" presId="urn:microsoft.com/office/officeart/2018/2/layout/IconVerticalSolidList"/>
    <dgm:cxn modelId="{72798197-D514-49E3-9C46-741BDEFFF7B2}" type="presParOf" srcId="{E57254B8-5AA7-4D41-8679-72775EC34ECB}" destId="{C10F4F1A-0B10-4459-81F2-32AF12253574}" srcOrd="3" destOrd="0" presId="urn:microsoft.com/office/officeart/2018/2/layout/IconVerticalSolidList"/>
    <dgm:cxn modelId="{141EAC9A-F190-4620-9D4E-33FA316348DD}" type="presParOf" srcId="{C2840009-F6B9-4F2A-B8E2-D8726ABCE4F0}" destId="{F5814039-D30E-491A-BAE6-32439C283A5F}" srcOrd="3" destOrd="0" presId="urn:microsoft.com/office/officeart/2018/2/layout/IconVerticalSolidList"/>
    <dgm:cxn modelId="{03671A96-B484-44BB-BBDD-205929D2A4A5}" type="presParOf" srcId="{C2840009-F6B9-4F2A-B8E2-D8726ABCE4F0}" destId="{40A73F37-5BBD-4316-B68E-84D37F9BDA6D}" srcOrd="4" destOrd="0" presId="urn:microsoft.com/office/officeart/2018/2/layout/IconVerticalSolidList"/>
    <dgm:cxn modelId="{9E020230-1D18-472C-AD88-3FB0E53058F8}" type="presParOf" srcId="{40A73F37-5BBD-4316-B68E-84D37F9BDA6D}" destId="{7615ED9A-932B-4365-A612-15F37E750F89}" srcOrd="0" destOrd="0" presId="urn:microsoft.com/office/officeart/2018/2/layout/IconVerticalSolidList"/>
    <dgm:cxn modelId="{BC2A2EB2-56E0-4C0A-8563-E5FB4AD3750F}" type="presParOf" srcId="{40A73F37-5BBD-4316-B68E-84D37F9BDA6D}" destId="{8D8F1422-DBC2-4D0D-AE3F-8CF3F37A5132}" srcOrd="1" destOrd="0" presId="urn:microsoft.com/office/officeart/2018/2/layout/IconVerticalSolidList"/>
    <dgm:cxn modelId="{6243B97D-683F-4CAF-9821-8F300AD38735}" type="presParOf" srcId="{40A73F37-5BBD-4316-B68E-84D37F9BDA6D}" destId="{5AB61DCA-A04D-411F-9961-15C6490237AE}" srcOrd="2" destOrd="0" presId="urn:microsoft.com/office/officeart/2018/2/layout/IconVerticalSolidList"/>
    <dgm:cxn modelId="{856E4AD5-74D0-4CBD-BA5E-7B99BA6B801D}" type="presParOf" srcId="{40A73F37-5BBD-4316-B68E-84D37F9BDA6D}" destId="{27616F4B-CCA8-41F5-8399-939C992F7FB4}" srcOrd="3" destOrd="0" presId="urn:microsoft.com/office/officeart/2018/2/layout/IconVerticalSolidList"/>
    <dgm:cxn modelId="{FAE111D8-53A7-426B-B4E5-730CAD1A8D63}" type="presParOf" srcId="{C2840009-F6B9-4F2A-B8E2-D8726ABCE4F0}" destId="{818C5D55-E1F3-48ED-8081-FB2B57401BCC}" srcOrd="5" destOrd="0" presId="urn:microsoft.com/office/officeart/2018/2/layout/IconVerticalSolidList"/>
    <dgm:cxn modelId="{C24903D0-BB70-4BB7-ABA0-CCF77FAAA06B}" type="presParOf" srcId="{C2840009-F6B9-4F2A-B8E2-D8726ABCE4F0}" destId="{7262469A-6364-4452-BF44-268B4F381C6C}" srcOrd="6" destOrd="0" presId="urn:microsoft.com/office/officeart/2018/2/layout/IconVerticalSolidList"/>
    <dgm:cxn modelId="{4672B723-8309-440F-8518-AC19B305347F}" type="presParOf" srcId="{7262469A-6364-4452-BF44-268B4F381C6C}" destId="{52B9DE3F-799F-464C-815B-0709AB45319E}" srcOrd="0" destOrd="0" presId="urn:microsoft.com/office/officeart/2018/2/layout/IconVerticalSolidList"/>
    <dgm:cxn modelId="{C5888301-2519-498A-9481-8A9B3D690575}" type="presParOf" srcId="{7262469A-6364-4452-BF44-268B4F381C6C}" destId="{5BA53AEF-425F-43BD-BDAD-BF2459D34BB7}" srcOrd="1" destOrd="0" presId="urn:microsoft.com/office/officeart/2018/2/layout/IconVerticalSolidList"/>
    <dgm:cxn modelId="{3F23A835-9958-4816-A73A-0561942E16A3}" type="presParOf" srcId="{7262469A-6364-4452-BF44-268B4F381C6C}" destId="{EB9153CC-F66F-451E-AA5C-171B469F2102}" srcOrd="2" destOrd="0" presId="urn:microsoft.com/office/officeart/2018/2/layout/IconVerticalSolidList"/>
    <dgm:cxn modelId="{0CB4BA79-718A-48FC-AF38-0F4E6FA44FB6}" type="presParOf" srcId="{7262469A-6364-4452-BF44-268B4F381C6C}" destId="{58331149-94C1-4B37-A186-C4258C4021BD}" srcOrd="3" destOrd="0" presId="urn:microsoft.com/office/officeart/2018/2/layout/IconVerticalSolidList"/>
    <dgm:cxn modelId="{0D14192E-83CF-4E65-AD2A-C0A363C83718}" type="presParOf" srcId="{C2840009-F6B9-4F2A-B8E2-D8726ABCE4F0}" destId="{34AD24E2-C552-4812-8BEF-323B23002E8C}" srcOrd="7" destOrd="0" presId="urn:microsoft.com/office/officeart/2018/2/layout/IconVerticalSolidList"/>
    <dgm:cxn modelId="{81679EDD-4C70-4B1F-80D5-E3202F161D9E}" type="presParOf" srcId="{C2840009-F6B9-4F2A-B8E2-D8726ABCE4F0}" destId="{F3BB9922-B68A-4D99-9D2A-81A064BD1934}" srcOrd="8" destOrd="0" presId="urn:microsoft.com/office/officeart/2018/2/layout/IconVerticalSolidList"/>
    <dgm:cxn modelId="{9697198E-C8D5-4984-875B-B57552015337}" type="presParOf" srcId="{F3BB9922-B68A-4D99-9D2A-81A064BD1934}" destId="{5274A0DB-2DCC-43C1-ADE8-C518F5AB9C4B}" srcOrd="0" destOrd="0" presId="urn:microsoft.com/office/officeart/2018/2/layout/IconVerticalSolidList"/>
    <dgm:cxn modelId="{37981D49-9F23-49D5-A6D5-3F15187B30E4}" type="presParOf" srcId="{F3BB9922-B68A-4D99-9D2A-81A064BD1934}" destId="{D6D296A9-8145-4F63-9FB0-7B2FCD9BEF52}" srcOrd="1" destOrd="0" presId="urn:microsoft.com/office/officeart/2018/2/layout/IconVerticalSolidList"/>
    <dgm:cxn modelId="{AB4603E7-AEAA-4845-A09C-6DF3946086B2}" type="presParOf" srcId="{F3BB9922-B68A-4D99-9D2A-81A064BD1934}" destId="{965094D1-4796-4D82-A225-A6C0FC98D54F}" srcOrd="2" destOrd="0" presId="urn:microsoft.com/office/officeart/2018/2/layout/IconVerticalSolidList"/>
    <dgm:cxn modelId="{6D472805-7C43-43E2-AF0A-90F153D90196}" type="presParOf" srcId="{F3BB9922-B68A-4D99-9D2A-81A064BD1934}" destId="{447430B4-0461-48F8-A06C-4D1EAB57C5B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BD5195C-AE4D-4867-834B-2031FA755AB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E06D91F-5AC0-44CA-AE36-8C89E6EC0BE3}">
      <dgm:prSet/>
      <dgm:spPr/>
      <dgm:t>
        <a:bodyPr/>
        <a:lstStyle/>
        <a:p>
          <a:r>
            <a:rPr lang="en-US" b="1" dirty="0"/>
            <a:t>Data Preprocessing: </a:t>
          </a:r>
          <a:endParaRPr lang="en-US" dirty="0"/>
        </a:p>
      </dgm:t>
    </dgm:pt>
    <dgm:pt modelId="{50AB072A-0DEA-4CC2-B3E7-C3EDF911496D}" type="parTrans" cxnId="{92D8E0D2-F323-4277-9E4D-03EBF2AFBE9A}">
      <dgm:prSet/>
      <dgm:spPr/>
      <dgm:t>
        <a:bodyPr/>
        <a:lstStyle/>
        <a:p>
          <a:endParaRPr lang="en-US"/>
        </a:p>
      </dgm:t>
    </dgm:pt>
    <dgm:pt modelId="{50442A64-9CBA-447B-9E83-33E6E3458053}" type="sibTrans" cxnId="{92D8E0D2-F323-4277-9E4D-03EBF2AFBE9A}">
      <dgm:prSet/>
      <dgm:spPr/>
      <dgm:t>
        <a:bodyPr/>
        <a:lstStyle/>
        <a:p>
          <a:endParaRPr lang="en-US"/>
        </a:p>
      </dgm:t>
    </dgm:pt>
    <dgm:pt modelId="{F5A6A158-88B9-48A4-B27D-832D65F47EF5}">
      <dgm:prSet/>
      <dgm:spPr/>
      <dgm:t>
        <a:bodyPr/>
        <a:lstStyle/>
        <a:p>
          <a:r>
            <a:rPr lang="en-US" dirty="0"/>
            <a:t>1. Using only the columns of dataset that are required (music_name, singer, lyrics). </a:t>
          </a:r>
        </a:p>
      </dgm:t>
    </dgm:pt>
    <dgm:pt modelId="{DF6C6DDB-420E-40D7-94D2-344B7EF61009}" type="parTrans" cxnId="{6C26CBDB-5CAB-484F-BD09-735E001F76CC}">
      <dgm:prSet/>
      <dgm:spPr/>
      <dgm:t>
        <a:bodyPr/>
        <a:lstStyle/>
        <a:p>
          <a:endParaRPr lang="en-US"/>
        </a:p>
      </dgm:t>
    </dgm:pt>
    <dgm:pt modelId="{43587D82-84FF-4065-89DA-1618E153F894}" type="sibTrans" cxnId="{6C26CBDB-5CAB-484F-BD09-735E001F76CC}">
      <dgm:prSet/>
      <dgm:spPr/>
      <dgm:t>
        <a:bodyPr/>
        <a:lstStyle/>
        <a:p>
          <a:endParaRPr lang="en-US"/>
        </a:p>
      </dgm:t>
    </dgm:pt>
    <dgm:pt modelId="{3A2BFE92-3B90-4E3B-B21D-BF3465B39156}">
      <dgm:prSet/>
      <dgm:spPr/>
      <dgm:t>
        <a:bodyPr/>
        <a:lstStyle/>
        <a:p>
          <a:r>
            <a:rPr lang="en-US" dirty="0"/>
            <a:t>2. Checking for null values present in the dataset and handling them (dropna). </a:t>
          </a:r>
        </a:p>
      </dgm:t>
    </dgm:pt>
    <dgm:pt modelId="{17553687-51C0-43CD-83A2-87A3F3D7A1BE}" type="parTrans" cxnId="{F31CA584-7692-4BD8-AAC4-DAC5F925C0E6}">
      <dgm:prSet/>
      <dgm:spPr/>
      <dgm:t>
        <a:bodyPr/>
        <a:lstStyle/>
        <a:p>
          <a:endParaRPr lang="en-US"/>
        </a:p>
      </dgm:t>
    </dgm:pt>
    <dgm:pt modelId="{8460A128-B661-4090-8453-BDC7C37F1A31}" type="sibTrans" cxnId="{F31CA584-7692-4BD8-AAC4-DAC5F925C0E6}">
      <dgm:prSet/>
      <dgm:spPr/>
      <dgm:t>
        <a:bodyPr/>
        <a:lstStyle/>
        <a:p>
          <a:endParaRPr lang="en-US"/>
        </a:p>
      </dgm:t>
    </dgm:pt>
    <dgm:pt modelId="{CCE7914A-EE7D-4415-906F-B884F2C1EB68}">
      <dgm:prSet/>
      <dgm:spPr/>
      <dgm:t>
        <a:bodyPr/>
        <a:lstStyle/>
        <a:p>
          <a:r>
            <a:rPr lang="en-US" dirty="0"/>
            <a:t>3. Stemming to help reduce vocabulary size and normalize similar words.</a:t>
          </a:r>
        </a:p>
      </dgm:t>
    </dgm:pt>
    <dgm:pt modelId="{A732DBFB-DC3D-4633-B09C-2FE05057AC57}" type="parTrans" cxnId="{289D964D-3724-4269-95C3-D347069D1D89}">
      <dgm:prSet/>
      <dgm:spPr/>
      <dgm:t>
        <a:bodyPr/>
        <a:lstStyle/>
        <a:p>
          <a:endParaRPr lang="en-US"/>
        </a:p>
      </dgm:t>
    </dgm:pt>
    <dgm:pt modelId="{6747EFDD-9584-4AEB-B93E-9922E6A1BE63}" type="sibTrans" cxnId="{289D964D-3724-4269-95C3-D347069D1D89}">
      <dgm:prSet/>
      <dgm:spPr/>
      <dgm:t>
        <a:bodyPr/>
        <a:lstStyle/>
        <a:p>
          <a:endParaRPr lang="en-US"/>
        </a:p>
      </dgm:t>
    </dgm:pt>
    <dgm:pt modelId="{783AC782-870A-4549-BE49-65E2F6A1A229}">
      <dgm:prSet/>
      <dgm:spPr/>
      <dgm:t>
        <a:bodyPr/>
        <a:lstStyle/>
        <a:p>
          <a:r>
            <a:rPr lang="en-US" dirty="0"/>
            <a:t>Example:  ‘Playing’ -&gt; ‘play’</a:t>
          </a:r>
        </a:p>
      </dgm:t>
    </dgm:pt>
    <dgm:pt modelId="{0CD1C9A9-859F-4BC9-89D9-31650600A4F9}" type="parTrans" cxnId="{867E1D6F-5C4C-49A0-8B70-BD640BDAF796}">
      <dgm:prSet/>
      <dgm:spPr/>
      <dgm:t>
        <a:bodyPr/>
        <a:lstStyle/>
        <a:p>
          <a:endParaRPr lang="en-US"/>
        </a:p>
      </dgm:t>
    </dgm:pt>
    <dgm:pt modelId="{B286D99D-CA47-4E90-B36A-06F0199CF104}" type="sibTrans" cxnId="{867E1D6F-5C4C-49A0-8B70-BD640BDAF796}">
      <dgm:prSet/>
      <dgm:spPr/>
      <dgm:t>
        <a:bodyPr/>
        <a:lstStyle/>
        <a:p>
          <a:endParaRPr lang="en-US"/>
        </a:p>
      </dgm:t>
    </dgm:pt>
    <dgm:pt modelId="{0DED3DE0-447F-4D92-B68F-CB8162FDA5B7}">
      <dgm:prSet/>
      <dgm:spPr/>
      <dgm:t>
        <a:bodyPr/>
        <a:lstStyle/>
        <a:p>
          <a:r>
            <a:rPr lang="en-US" dirty="0"/>
            <a:t>4. Tokenization to prepare text for vectorization.</a:t>
          </a:r>
        </a:p>
      </dgm:t>
    </dgm:pt>
    <dgm:pt modelId="{CC671C03-660B-4E72-B013-DBAC214215CB}" type="parTrans" cxnId="{1CC3D503-C64D-404D-A82D-B44514825B73}">
      <dgm:prSet/>
      <dgm:spPr/>
      <dgm:t>
        <a:bodyPr/>
        <a:lstStyle/>
        <a:p>
          <a:endParaRPr lang="en-US"/>
        </a:p>
      </dgm:t>
    </dgm:pt>
    <dgm:pt modelId="{F3B68272-556F-4B53-96E1-23EF5DC5764A}" type="sibTrans" cxnId="{1CC3D503-C64D-404D-A82D-B44514825B73}">
      <dgm:prSet/>
      <dgm:spPr/>
      <dgm:t>
        <a:bodyPr/>
        <a:lstStyle/>
        <a:p>
          <a:endParaRPr lang="en-US"/>
        </a:p>
      </dgm:t>
    </dgm:pt>
    <dgm:pt modelId="{16736E5C-FBEA-4F94-9599-9321D8F50EB6}" type="pres">
      <dgm:prSet presAssocID="{ABD5195C-AE4D-4867-834B-2031FA755AB8}" presName="linear" presStyleCnt="0">
        <dgm:presLayoutVars>
          <dgm:animLvl val="lvl"/>
          <dgm:resizeHandles val="exact"/>
        </dgm:presLayoutVars>
      </dgm:prSet>
      <dgm:spPr/>
    </dgm:pt>
    <dgm:pt modelId="{3886D00A-700A-4010-B6B4-5C99A67488B6}" type="pres">
      <dgm:prSet presAssocID="{DE06D91F-5AC0-44CA-AE36-8C89E6EC0BE3}" presName="parentText" presStyleLbl="node1" presStyleIdx="0" presStyleCnt="6">
        <dgm:presLayoutVars>
          <dgm:chMax val="0"/>
          <dgm:bulletEnabled val="1"/>
        </dgm:presLayoutVars>
      </dgm:prSet>
      <dgm:spPr/>
    </dgm:pt>
    <dgm:pt modelId="{93DD990C-F771-4A23-9889-99C5E589E2A5}" type="pres">
      <dgm:prSet presAssocID="{50442A64-9CBA-447B-9E83-33E6E3458053}" presName="spacer" presStyleCnt="0"/>
      <dgm:spPr/>
    </dgm:pt>
    <dgm:pt modelId="{87CBD659-EEEA-44D9-8106-E68B88694EF3}" type="pres">
      <dgm:prSet presAssocID="{F5A6A158-88B9-48A4-B27D-832D65F47EF5}" presName="parentText" presStyleLbl="node1" presStyleIdx="1" presStyleCnt="6">
        <dgm:presLayoutVars>
          <dgm:chMax val="0"/>
          <dgm:bulletEnabled val="1"/>
        </dgm:presLayoutVars>
      </dgm:prSet>
      <dgm:spPr/>
    </dgm:pt>
    <dgm:pt modelId="{BD27510D-91C8-4ADB-A22D-B0DF65B41860}" type="pres">
      <dgm:prSet presAssocID="{43587D82-84FF-4065-89DA-1618E153F894}" presName="spacer" presStyleCnt="0"/>
      <dgm:spPr/>
    </dgm:pt>
    <dgm:pt modelId="{CC796B59-C6E6-41B8-BE50-C52DBDE7EAB2}" type="pres">
      <dgm:prSet presAssocID="{3A2BFE92-3B90-4E3B-B21D-BF3465B39156}" presName="parentText" presStyleLbl="node1" presStyleIdx="2" presStyleCnt="6">
        <dgm:presLayoutVars>
          <dgm:chMax val="0"/>
          <dgm:bulletEnabled val="1"/>
        </dgm:presLayoutVars>
      </dgm:prSet>
      <dgm:spPr/>
    </dgm:pt>
    <dgm:pt modelId="{7D31F034-F4B6-465F-B38C-56E5B6381402}" type="pres">
      <dgm:prSet presAssocID="{8460A128-B661-4090-8453-BDC7C37F1A31}" presName="spacer" presStyleCnt="0"/>
      <dgm:spPr/>
    </dgm:pt>
    <dgm:pt modelId="{94985119-BC83-4B03-B228-9B62A672D6A6}" type="pres">
      <dgm:prSet presAssocID="{CCE7914A-EE7D-4415-906F-B884F2C1EB68}" presName="parentText" presStyleLbl="node1" presStyleIdx="3" presStyleCnt="6">
        <dgm:presLayoutVars>
          <dgm:chMax val="0"/>
          <dgm:bulletEnabled val="1"/>
        </dgm:presLayoutVars>
      </dgm:prSet>
      <dgm:spPr/>
    </dgm:pt>
    <dgm:pt modelId="{62B58514-6E74-405A-B90F-2BD4DDAFD423}" type="pres">
      <dgm:prSet presAssocID="{6747EFDD-9584-4AEB-B93E-9922E6A1BE63}" presName="spacer" presStyleCnt="0"/>
      <dgm:spPr/>
    </dgm:pt>
    <dgm:pt modelId="{3E8EAE46-72DE-4C53-A446-1079E3BB86AD}" type="pres">
      <dgm:prSet presAssocID="{783AC782-870A-4549-BE49-65E2F6A1A229}" presName="parentText" presStyleLbl="node1" presStyleIdx="4" presStyleCnt="6">
        <dgm:presLayoutVars>
          <dgm:chMax val="0"/>
          <dgm:bulletEnabled val="1"/>
        </dgm:presLayoutVars>
      </dgm:prSet>
      <dgm:spPr/>
    </dgm:pt>
    <dgm:pt modelId="{DC139212-3706-4437-BE90-87A0298DDF03}" type="pres">
      <dgm:prSet presAssocID="{B286D99D-CA47-4E90-B36A-06F0199CF104}" presName="spacer" presStyleCnt="0"/>
      <dgm:spPr/>
    </dgm:pt>
    <dgm:pt modelId="{0A82538C-ACD7-43D5-8242-9C72F79B282B}" type="pres">
      <dgm:prSet presAssocID="{0DED3DE0-447F-4D92-B68F-CB8162FDA5B7}" presName="parentText" presStyleLbl="node1" presStyleIdx="5" presStyleCnt="6">
        <dgm:presLayoutVars>
          <dgm:chMax val="0"/>
          <dgm:bulletEnabled val="1"/>
        </dgm:presLayoutVars>
      </dgm:prSet>
      <dgm:spPr/>
    </dgm:pt>
  </dgm:ptLst>
  <dgm:cxnLst>
    <dgm:cxn modelId="{1CC3D503-C64D-404D-A82D-B44514825B73}" srcId="{ABD5195C-AE4D-4867-834B-2031FA755AB8}" destId="{0DED3DE0-447F-4D92-B68F-CB8162FDA5B7}" srcOrd="5" destOrd="0" parTransId="{CC671C03-660B-4E72-B013-DBAC214215CB}" sibTransId="{F3B68272-556F-4B53-96E1-23EF5DC5764A}"/>
    <dgm:cxn modelId="{AFFE0D11-833D-45E9-A85B-22CD2B8EE087}" type="presOf" srcId="{0DED3DE0-447F-4D92-B68F-CB8162FDA5B7}" destId="{0A82538C-ACD7-43D5-8242-9C72F79B282B}" srcOrd="0" destOrd="0" presId="urn:microsoft.com/office/officeart/2005/8/layout/vList2"/>
    <dgm:cxn modelId="{BD7FD513-CB57-47FC-A813-FE9B24488974}" type="presOf" srcId="{DE06D91F-5AC0-44CA-AE36-8C89E6EC0BE3}" destId="{3886D00A-700A-4010-B6B4-5C99A67488B6}" srcOrd="0" destOrd="0" presId="urn:microsoft.com/office/officeart/2005/8/layout/vList2"/>
    <dgm:cxn modelId="{AABB236C-608C-4595-A5DA-83A13E4AEDBB}" type="presOf" srcId="{3A2BFE92-3B90-4E3B-B21D-BF3465B39156}" destId="{CC796B59-C6E6-41B8-BE50-C52DBDE7EAB2}" srcOrd="0" destOrd="0" presId="urn:microsoft.com/office/officeart/2005/8/layout/vList2"/>
    <dgm:cxn modelId="{289D964D-3724-4269-95C3-D347069D1D89}" srcId="{ABD5195C-AE4D-4867-834B-2031FA755AB8}" destId="{CCE7914A-EE7D-4415-906F-B884F2C1EB68}" srcOrd="3" destOrd="0" parTransId="{A732DBFB-DC3D-4633-B09C-2FE05057AC57}" sibTransId="{6747EFDD-9584-4AEB-B93E-9922E6A1BE63}"/>
    <dgm:cxn modelId="{E96A626E-6F7B-4903-9078-DBEF1CC5F505}" type="presOf" srcId="{ABD5195C-AE4D-4867-834B-2031FA755AB8}" destId="{16736E5C-FBEA-4F94-9599-9321D8F50EB6}" srcOrd="0" destOrd="0" presId="urn:microsoft.com/office/officeart/2005/8/layout/vList2"/>
    <dgm:cxn modelId="{867E1D6F-5C4C-49A0-8B70-BD640BDAF796}" srcId="{ABD5195C-AE4D-4867-834B-2031FA755AB8}" destId="{783AC782-870A-4549-BE49-65E2F6A1A229}" srcOrd="4" destOrd="0" parTransId="{0CD1C9A9-859F-4BC9-89D9-31650600A4F9}" sibTransId="{B286D99D-CA47-4E90-B36A-06F0199CF104}"/>
    <dgm:cxn modelId="{F31CA584-7692-4BD8-AAC4-DAC5F925C0E6}" srcId="{ABD5195C-AE4D-4867-834B-2031FA755AB8}" destId="{3A2BFE92-3B90-4E3B-B21D-BF3465B39156}" srcOrd="2" destOrd="0" parTransId="{17553687-51C0-43CD-83A2-87A3F3D7A1BE}" sibTransId="{8460A128-B661-4090-8453-BDC7C37F1A31}"/>
    <dgm:cxn modelId="{DB390F8B-0146-4DCC-91DE-4E11E3056302}" type="presOf" srcId="{CCE7914A-EE7D-4415-906F-B884F2C1EB68}" destId="{94985119-BC83-4B03-B228-9B62A672D6A6}" srcOrd="0" destOrd="0" presId="urn:microsoft.com/office/officeart/2005/8/layout/vList2"/>
    <dgm:cxn modelId="{07804194-03A6-42F9-9212-B43BDC7F40A3}" type="presOf" srcId="{F5A6A158-88B9-48A4-B27D-832D65F47EF5}" destId="{87CBD659-EEEA-44D9-8106-E68B88694EF3}" srcOrd="0" destOrd="0" presId="urn:microsoft.com/office/officeart/2005/8/layout/vList2"/>
    <dgm:cxn modelId="{C4B86B9B-BE27-42F4-8C9C-6446683E3A26}" type="presOf" srcId="{783AC782-870A-4549-BE49-65E2F6A1A229}" destId="{3E8EAE46-72DE-4C53-A446-1079E3BB86AD}" srcOrd="0" destOrd="0" presId="urn:microsoft.com/office/officeart/2005/8/layout/vList2"/>
    <dgm:cxn modelId="{92D8E0D2-F323-4277-9E4D-03EBF2AFBE9A}" srcId="{ABD5195C-AE4D-4867-834B-2031FA755AB8}" destId="{DE06D91F-5AC0-44CA-AE36-8C89E6EC0BE3}" srcOrd="0" destOrd="0" parTransId="{50AB072A-0DEA-4CC2-B3E7-C3EDF911496D}" sibTransId="{50442A64-9CBA-447B-9E83-33E6E3458053}"/>
    <dgm:cxn modelId="{6C26CBDB-5CAB-484F-BD09-735E001F76CC}" srcId="{ABD5195C-AE4D-4867-834B-2031FA755AB8}" destId="{F5A6A158-88B9-48A4-B27D-832D65F47EF5}" srcOrd="1" destOrd="0" parTransId="{DF6C6DDB-420E-40D7-94D2-344B7EF61009}" sibTransId="{43587D82-84FF-4065-89DA-1618E153F894}"/>
    <dgm:cxn modelId="{9F3AFA9E-2625-4C82-8BCF-C886589A5BB6}" type="presParOf" srcId="{16736E5C-FBEA-4F94-9599-9321D8F50EB6}" destId="{3886D00A-700A-4010-B6B4-5C99A67488B6}" srcOrd="0" destOrd="0" presId="urn:microsoft.com/office/officeart/2005/8/layout/vList2"/>
    <dgm:cxn modelId="{D9509CF7-DCF0-41F0-8E0C-2000661E3260}" type="presParOf" srcId="{16736E5C-FBEA-4F94-9599-9321D8F50EB6}" destId="{93DD990C-F771-4A23-9889-99C5E589E2A5}" srcOrd="1" destOrd="0" presId="urn:microsoft.com/office/officeart/2005/8/layout/vList2"/>
    <dgm:cxn modelId="{E9091FA6-497D-41AE-BF8C-725DF8EAB0EF}" type="presParOf" srcId="{16736E5C-FBEA-4F94-9599-9321D8F50EB6}" destId="{87CBD659-EEEA-44D9-8106-E68B88694EF3}" srcOrd="2" destOrd="0" presId="urn:microsoft.com/office/officeart/2005/8/layout/vList2"/>
    <dgm:cxn modelId="{4BB9DDA8-3779-40C6-8FF7-DBF8FC41A962}" type="presParOf" srcId="{16736E5C-FBEA-4F94-9599-9321D8F50EB6}" destId="{BD27510D-91C8-4ADB-A22D-B0DF65B41860}" srcOrd="3" destOrd="0" presId="urn:microsoft.com/office/officeart/2005/8/layout/vList2"/>
    <dgm:cxn modelId="{331A8FC7-7B24-44D0-81C7-B7C68310FACE}" type="presParOf" srcId="{16736E5C-FBEA-4F94-9599-9321D8F50EB6}" destId="{CC796B59-C6E6-41B8-BE50-C52DBDE7EAB2}" srcOrd="4" destOrd="0" presId="urn:microsoft.com/office/officeart/2005/8/layout/vList2"/>
    <dgm:cxn modelId="{2758D84E-CD1E-4F72-B0B9-5EA6D81B3D32}" type="presParOf" srcId="{16736E5C-FBEA-4F94-9599-9321D8F50EB6}" destId="{7D31F034-F4B6-465F-B38C-56E5B6381402}" srcOrd="5" destOrd="0" presId="urn:microsoft.com/office/officeart/2005/8/layout/vList2"/>
    <dgm:cxn modelId="{E2721921-9605-4E13-9710-D2DD91089934}" type="presParOf" srcId="{16736E5C-FBEA-4F94-9599-9321D8F50EB6}" destId="{94985119-BC83-4B03-B228-9B62A672D6A6}" srcOrd="6" destOrd="0" presId="urn:microsoft.com/office/officeart/2005/8/layout/vList2"/>
    <dgm:cxn modelId="{B5CB4E3B-B494-458D-B395-B8272C2B1053}" type="presParOf" srcId="{16736E5C-FBEA-4F94-9599-9321D8F50EB6}" destId="{62B58514-6E74-405A-B90F-2BD4DDAFD423}" srcOrd="7" destOrd="0" presId="urn:microsoft.com/office/officeart/2005/8/layout/vList2"/>
    <dgm:cxn modelId="{1D7AD64A-5FCD-4114-9844-ADC3B6590C9B}" type="presParOf" srcId="{16736E5C-FBEA-4F94-9599-9321D8F50EB6}" destId="{3E8EAE46-72DE-4C53-A446-1079E3BB86AD}" srcOrd="8" destOrd="0" presId="urn:microsoft.com/office/officeart/2005/8/layout/vList2"/>
    <dgm:cxn modelId="{BC6A3AA1-21E1-4648-A25F-1B71BAE8CDB8}" type="presParOf" srcId="{16736E5C-FBEA-4F94-9599-9321D8F50EB6}" destId="{DC139212-3706-4437-BE90-87A0298DDF03}" srcOrd="9" destOrd="0" presId="urn:microsoft.com/office/officeart/2005/8/layout/vList2"/>
    <dgm:cxn modelId="{DC2C525D-7AAA-4B56-90C9-17E97ACAB8DA}" type="presParOf" srcId="{16736E5C-FBEA-4F94-9599-9321D8F50EB6}" destId="{0A82538C-ACD7-43D5-8242-9C72F79B282B}"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A24072D-9CBE-419E-B0D4-A2D52F448C7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D793FC3-16A2-4646-858E-EE1D49A8868F}">
      <dgm:prSet/>
      <dgm:spPr/>
      <dgm:t>
        <a:bodyPr/>
        <a:lstStyle/>
        <a:p>
          <a:pPr>
            <a:lnSpc>
              <a:spcPct val="100000"/>
            </a:lnSpc>
          </a:pPr>
          <a:r>
            <a:rPr lang="en-US" b="1" dirty="0"/>
            <a:t>Similarity Computation: </a:t>
          </a:r>
          <a:endParaRPr lang="en-US" dirty="0"/>
        </a:p>
      </dgm:t>
    </dgm:pt>
    <dgm:pt modelId="{C949A03B-256E-4663-944B-2D366EB9D6C5}" type="parTrans" cxnId="{897F5AC9-1140-46AA-B91B-01ED1C434DD6}">
      <dgm:prSet/>
      <dgm:spPr/>
      <dgm:t>
        <a:bodyPr/>
        <a:lstStyle/>
        <a:p>
          <a:endParaRPr lang="en-US"/>
        </a:p>
      </dgm:t>
    </dgm:pt>
    <dgm:pt modelId="{5403B616-1FB1-45C6-B07B-F95FF83EAC93}" type="sibTrans" cxnId="{897F5AC9-1140-46AA-B91B-01ED1C434DD6}">
      <dgm:prSet/>
      <dgm:spPr/>
      <dgm:t>
        <a:bodyPr/>
        <a:lstStyle/>
        <a:p>
          <a:endParaRPr lang="en-US"/>
        </a:p>
      </dgm:t>
    </dgm:pt>
    <dgm:pt modelId="{CE5266F1-35AC-41B9-AC1E-A180F6A1DF51}">
      <dgm:prSet/>
      <dgm:spPr/>
      <dgm:t>
        <a:bodyPr/>
        <a:lstStyle/>
        <a:p>
          <a:pPr>
            <a:lnSpc>
              <a:spcPct val="100000"/>
            </a:lnSpc>
          </a:pPr>
          <a:r>
            <a:rPr lang="en-US" dirty="0"/>
            <a:t>1. Vectorization of Lyrics: Used TfidVectorizer to convert lyrics into numerical vectors. </a:t>
          </a:r>
        </a:p>
      </dgm:t>
    </dgm:pt>
    <dgm:pt modelId="{1FD420C9-97F7-4608-BAA1-2A520F69D360}" type="parTrans" cxnId="{3C2DAC85-CBA9-4EF0-BF8C-19A5415A720B}">
      <dgm:prSet/>
      <dgm:spPr/>
      <dgm:t>
        <a:bodyPr/>
        <a:lstStyle/>
        <a:p>
          <a:endParaRPr lang="en-US"/>
        </a:p>
      </dgm:t>
    </dgm:pt>
    <dgm:pt modelId="{7D664C82-4763-479E-99A2-A7858D56EC69}" type="sibTrans" cxnId="{3C2DAC85-CBA9-4EF0-BF8C-19A5415A720B}">
      <dgm:prSet/>
      <dgm:spPr/>
      <dgm:t>
        <a:bodyPr/>
        <a:lstStyle/>
        <a:p>
          <a:endParaRPr lang="en-US"/>
        </a:p>
      </dgm:t>
    </dgm:pt>
    <dgm:pt modelId="{C2B4B366-D23E-450A-9EAD-C72A176BE23D}">
      <dgm:prSet/>
      <dgm:spPr/>
      <dgm:t>
        <a:bodyPr/>
        <a:lstStyle/>
        <a:p>
          <a:pPr>
            <a:lnSpc>
              <a:spcPct val="100000"/>
            </a:lnSpc>
          </a:pPr>
          <a:r>
            <a:rPr lang="en-US" dirty="0"/>
            <a:t>2. Similarity Matrix:  Applied cosine_similarity to compare each song vector with other. </a:t>
          </a:r>
        </a:p>
      </dgm:t>
    </dgm:pt>
    <dgm:pt modelId="{26A4C91F-0836-4289-BF1D-6C88DC889CD5}" type="parTrans" cxnId="{CFC07DC5-9799-48D1-890B-2B20A34E870E}">
      <dgm:prSet/>
      <dgm:spPr/>
      <dgm:t>
        <a:bodyPr/>
        <a:lstStyle/>
        <a:p>
          <a:endParaRPr lang="en-US"/>
        </a:p>
      </dgm:t>
    </dgm:pt>
    <dgm:pt modelId="{88C3FABD-532C-431B-85DD-03A06B16EB77}" type="sibTrans" cxnId="{CFC07DC5-9799-48D1-890B-2B20A34E870E}">
      <dgm:prSet/>
      <dgm:spPr/>
      <dgm:t>
        <a:bodyPr/>
        <a:lstStyle/>
        <a:p>
          <a:endParaRPr lang="en-US"/>
        </a:p>
      </dgm:t>
    </dgm:pt>
    <dgm:pt modelId="{4C384E20-6D50-4220-A9E7-7C21659CF7C4}">
      <dgm:prSet/>
      <dgm:spPr/>
      <dgm:t>
        <a:bodyPr/>
        <a:lstStyle/>
        <a:p>
          <a:pPr>
            <a:lnSpc>
              <a:spcPct val="100000"/>
            </a:lnSpc>
          </a:pPr>
          <a:r>
            <a:rPr lang="en-US" dirty="0"/>
            <a:t>3. Recommendation Function: For a selected song, retrieved its index in the dataset. </a:t>
          </a:r>
        </a:p>
      </dgm:t>
    </dgm:pt>
    <dgm:pt modelId="{98E5417C-8A1C-471D-A7EC-68457C2ECC42}" type="parTrans" cxnId="{DF4F4080-F96B-45A1-8958-B88510DDF550}">
      <dgm:prSet/>
      <dgm:spPr/>
      <dgm:t>
        <a:bodyPr/>
        <a:lstStyle/>
        <a:p>
          <a:endParaRPr lang="en-US"/>
        </a:p>
      </dgm:t>
    </dgm:pt>
    <dgm:pt modelId="{51908138-B662-4215-9BC1-64E1DB7C905F}" type="sibTrans" cxnId="{DF4F4080-F96B-45A1-8958-B88510DDF550}">
      <dgm:prSet/>
      <dgm:spPr/>
      <dgm:t>
        <a:bodyPr/>
        <a:lstStyle/>
        <a:p>
          <a:endParaRPr lang="en-US"/>
        </a:p>
      </dgm:t>
    </dgm:pt>
    <dgm:pt modelId="{5BFD3A03-16FB-46DD-A13D-9D6ACA724052}">
      <dgm:prSet/>
      <dgm:spPr/>
      <dgm:t>
        <a:bodyPr/>
        <a:lstStyle/>
        <a:p>
          <a:pPr>
            <a:lnSpc>
              <a:spcPct val="100000"/>
            </a:lnSpc>
          </a:pPr>
          <a:r>
            <a:rPr lang="en-US" dirty="0"/>
            <a:t>Sorted similarity scores to find top 5 most similar songs and returned them.</a:t>
          </a:r>
        </a:p>
      </dgm:t>
    </dgm:pt>
    <dgm:pt modelId="{812B26B9-1BA1-4E5A-97CE-1428DFB473F3}" type="parTrans" cxnId="{B22AA7B7-6341-4659-852C-5615738C349B}">
      <dgm:prSet/>
      <dgm:spPr/>
      <dgm:t>
        <a:bodyPr/>
        <a:lstStyle/>
        <a:p>
          <a:endParaRPr lang="en-US"/>
        </a:p>
      </dgm:t>
    </dgm:pt>
    <dgm:pt modelId="{9AF9F3CC-074C-489D-8089-70942D99E13F}" type="sibTrans" cxnId="{B22AA7B7-6341-4659-852C-5615738C349B}">
      <dgm:prSet/>
      <dgm:spPr/>
      <dgm:t>
        <a:bodyPr/>
        <a:lstStyle/>
        <a:p>
          <a:endParaRPr lang="en-US"/>
        </a:p>
      </dgm:t>
    </dgm:pt>
    <dgm:pt modelId="{E0AF91F1-7CED-4E36-AA4B-8320E6A33E78}">
      <dgm:prSet/>
      <dgm:spPr/>
      <dgm:t>
        <a:bodyPr/>
        <a:lstStyle/>
        <a:p>
          <a:pPr>
            <a:lnSpc>
              <a:spcPct val="100000"/>
            </a:lnSpc>
          </a:pPr>
          <a:r>
            <a:rPr lang="en-US" dirty="0"/>
            <a:t>4.  Integration with Spotify API: Fetches album cover and a link for the recommended songs.</a:t>
          </a:r>
        </a:p>
      </dgm:t>
    </dgm:pt>
    <dgm:pt modelId="{9EA4ACD5-EA75-4891-9F3D-7F97A0951062}" type="parTrans" cxnId="{CD3C5044-5A65-491F-A915-C404D27BBD03}">
      <dgm:prSet/>
      <dgm:spPr/>
      <dgm:t>
        <a:bodyPr/>
        <a:lstStyle/>
        <a:p>
          <a:endParaRPr lang="en-US"/>
        </a:p>
      </dgm:t>
    </dgm:pt>
    <dgm:pt modelId="{307AE4D3-0E56-44C3-8463-A71A8867F1BA}" type="sibTrans" cxnId="{CD3C5044-5A65-491F-A915-C404D27BBD03}">
      <dgm:prSet/>
      <dgm:spPr/>
      <dgm:t>
        <a:bodyPr/>
        <a:lstStyle/>
        <a:p>
          <a:endParaRPr lang="en-US"/>
        </a:p>
      </dgm:t>
    </dgm:pt>
    <dgm:pt modelId="{52C16FB5-C274-42F1-9C8B-4BFD69811A44}" type="pres">
      <dgm:prSet presAssocID="{9A24072D-9CBE-419E-B0D4-A2D52F448C78}" presName="root" presStyleCnt="0">
        <dgm:presLayoutVars>
          <dgm:dir/>
          <dgm:resizeHandles val="exact"/>
        </dgm:presLayoutVars>
      </dgm:prSet>
      <dgm:spPr/>
    </dgm:pt>
    <dgm:pt modelId="{DA751911-6526-4595-8ED7-95C546B175D8}" type="pres">
      <dgm:prSet presAssocID="{DD793FC3-16A2-4646-858E-EE1D49A8868F}" presName="compNode" presStyleCnt="0"/>
      <dgm:spPr/>
    </dgm:pt>
    <dgm:pt modelId="{0C240049-2FC0-4532-8B94-BB7FBFD117F7}" type="pres">
      <dgm:prSet presAssocID="{DD793FC3-16A2-4646-858E-EE1D49A8868F}" presName="bgRect" presStyleLbl="bgShp" presStyleIdx="0" presStyleCnt="6"/>
      <dgm:spPr/>
    </dgm:pt>
    <dgm:pt modelId="{E47ADF8D-A8A8-4FF4-B2EF-5708C8F457DE}" type="pres">
      <dgm:prSet presAssocID="{DD793FC3-16A2-4646-858E-EE1D49A8868F}"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ument"/>
        </a:ext>
      </dgm:extLst>
    </dgm:pt>
    <dgm:pt modelId="{3006A130-0DE6-42E2-8D5F-4B0CC43FC4A5}" type="pres">
      <dgm:prSet presAssocID="{DD793FC3-16A2-4646-858E-EE1D49A8868F}" presName="spaceRect" presStyleCnt="0"/>
      <dgm:spPr/>
    </dgm:pt>
    <dgm:pt modelId="{65EE997C-D490-4E3A-926F-C86EB0DB3533}" type="pres">
      <dgm:prSet presAssocID="{DD793FC3-16A2-4646-858E-EE1D49A8868F}" presName="parTx" presStyleLbl="revTx" presStyleIdx="0" presStyleCnt="6">
        <dgm:presLayoutVars>
          <dgm:chMax val="0"/>
          <dgm:chPref val="0"/>
        </dgm:presLayoutVars>
      </dgm:prSet>
      <dgm:spPr/>
    </dgm:pt>
    <dgm:pt modelId="{3AED19F1-7484-4CAA-93DA-D00848E0FB15}" type="pres">
      <dgm:prSet presAssocID="{5403B616-1FB1-45C6-B07B-F95FF83EAC93}" presName="sibTrans" presStyleCnt="0"/>
      <dgm:spPr/>
    </dgm:pt>
    <dgm:pt modelId="{65A43C36-5C41-4D22-98B7-08FAEB7DEC82}" type="pres">
      <dgm:prSet presAssocID="{CE5266F1-35AC-41B9-AC1E-A180F6A1DF51}" presName="compNode" presStyleCnt="0"/>
      <dgm:spPr/>
    </dgm:pt>
    <dgm:pt modelId="{74B9A620-754A-4DDB-A680-9F9313CD79B6}" type="pres">
      <dgm:prSet presAssocID="{CE5266F1-35AC-41B9-AC1E-A180F6A1DF51}" presName="bgRect" presStyleLbl="bgShp" presStyleIdx="1" presStyleCnt="6"/>
      <dgm:spPr/>
    </dgm:pt>
    <dgm:pt modelId="{6B0F5BBE-BC9B-4752-B072-DB8DDC36B9E2}" type="pres">
      <dgm:prSet presAssocID="{CE5266F1-35AC-41B9-AC1E-A180F6A1DF51}"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reble clef"/>
        </a:ext>
      </dgm:extLst>
    </dgm:pt>
    <dgm:pt modelId="{D50547ED-0B76-4B32-ADC8-3EB5441C1B53}" type="pres">
      <dgm:prSet presAssocID="{CE5266F1-35AC-41B9-AC1E-A180F6A1DF51}" presName="spaceRect" presStyleCnt="0"/>
      <dgm:spPr/>
    </dgm:pt>
    <dgm:pt modelId="{07B96E32-0B0C-4512-907E-340CDEB7FF17}" type="pres">
      <dgm:prSet presAssocID="{CE5266F1-35AC-41B9-AC1E-A180F6A1DF51}" presName="parTx" presStyleLbl="revTx" presStyleIdx="1" presStyleCnt="6">
        <dgm:presLayoutVars>
          <dgm:chMax val="0"/>
          <dgm:chPref val="0"/>
        </dgm:presLayoutVars>
      </dgm:prSet>
      <dgm:spPr/>
    </dgm:pt>
    <dgm:pt modelId="{2655BBCA-683A-426D-9CC3-AE72DDF778D5}" type="pres">
      <dgm:prSet presAssocID="{7D664C82-4763-479E-99A2-A7858D56EC69}" presName="sibTrans" presStyleCnt="0"/>
      <dgm:spPr/>
    </dgm:pt>
    <dgm:pt modelId="{E94D62CC-E810-47FC-AAE1-4DE1D8E039B7}" type="pres">
      <dgm:prSet presAssocID="{C2B4B366-D23E-450A-9EAD-C72A176BE23D}" presName="compNode" presStyleCnt="0"/>
      <dgm:spPr/>
    </dgm:pt>
    <dgm:pt modelId="{B977CFC9-2797-4854-AF82-E37FB642939E}" type="pres">
      <dgm:prSet presAssocID="{C2B4B366-D23E-450A-9EAD-C72A176BE23D}" presName="bgRect" presStyleLbl="bgShp" presStyleIdx="2" presStyleCnt="6"/>
      <dgm:spPr/>
    </dgm:pt>
    <dgm:pt modelId="{28374FA8-BC2F-45F3-BF2F-690C8AEAC114}" type="pres">
      <dgm:prSet presAssocID="{C2B4B366-D23E-450A-9EAD-C72A176BE23D}"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C93EB041-4814-4AE6-9D94-9DFF3982302D}" type="pres">
      <dgm:prSet presAssocID="{C2B4B366-D23E-450A-9EAD-C72A176BE23D}" presName="spaceRect" presStyleCnt="0"/>
      <dgm:spPr/>
    </dgm:pt>
    <dgm:pt modelId="{B69611D8-159F-44E9-94DD-A5EEA33D88B4}" type="pres">
      <dgm:prSet presAssocID="{C2B4B366-D23E-450A-9EAD-C72A176BE23D}" presName="parTx" presStyleLbl="revTx" presStyleIdx="2" presStyleCnt="6">
        <dgm:presLayoutVars>
          <dgm:chMax val="0"/>
          <dgm:chPref val="0"/>
        </dgm:presLayoutVars>
      </dgm:prSet>
      <dgm:spPr/>
    </dgm:pt>
    <dgm:pt modelId="{6660CE10-1E04-43C2-87A3-3E21FE169C5D}" type="pres">
      <dgm:prSet presAssocID="{88C3FABD-532C-431B-85DD-03A06B16EB77}" presName="sibTrans" presStyleCnt="0"/>
      <dgm:spPr/>
    </dgm:pt>
    <dgm:pt modelId="{EB259E73-FAB5-44FA-9EE1-C6282039F358}" type="pres">
      <dgm:prSet presAssocID="{4C384E20-6D50-4220-A9E7-7C21659CF7C4}" presName="compNode" presStyleCnt="0"/>
      <dgm:spPr/>
    </dgm:pt>
    <dgm:pt modelId="{8C953232-2977-4555-9A60-00614D834B5B}" type="pres">
      <dgm:prSet presAssocID="{4C384E20-6D50-4220-A9E7-7C21659CF7C4}" presName="bgRect" presStyleLbl="bgShp" presStyleIdx="3" presStyleCnt="6"/>
      <dgm:spPr/>
    </dgm:pt>
    <dgm:pt modelId="{A03A9A43-6BAD-4435-8311-131E9707553C}" type="pres">
      <dgm:prSet presAssocID="{4C384E20-6D50-4220-A9E7-7C21659CF7C4}"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atabase"/>
        </a:ext>
      </dgm:extLst>
    </dgm:pt>
    <dgm:pt modelId="{4777448A-1BF9-4B83-BB4C-FA953601B3A0}" type="pres">
      <dgm:prSet presAssocID="{4C384E20-6D50-4220-A9E7-7C21659CF7C4}" presName="spaceRect" presStyleCnt="0"/>
      <dgm:spPr/>
    </dgm:pt>
    <dgm:pt modelId="{B06DDA0A-D615-4682-A812-31318A2A56A0}" type="pres">
      <dgm:prSet presAssocID="{4C384E20-6D50-4220-A9E7-7C21659CF7C4}" presName="parTx" presStyleLbl="revTx" presStyleIdx="3" presStyleCnt="6">
        <dgm:presLayoutVars>
          <dgm:chMax val="0"/>
          <dgm:chPref val="0"/>
        </dgm:presLayoutVars>
      </dgm:prSet>
      <dgm:spPr/>
    </dgm:pt>
    <dgm:pt modelId="{8081E62B-5003-4B74-9B2B-920E98550641}" type="pres">
      <dgm:prSet presAssocID="{51908138-B662-4215-9BC1-64E1DB7C905F}" presName="sibTrans" presStyleCnt="0"/>
      <dgm:spPr/>
    </dgm:pt>
    <dgm:pt modelId="{0C646971-A686-4C22-A877-DCDC1E9B627D}" type="pres">
      <dgm:prSet presAssocID="{5BFD3A03-16FB-46DD-A13D-9D6ACA724052}" presName="compNode" presStyleCnt="0"/>
      <dgm:spPr/>
    </dgm:pt>
    <dgm:pt modelId="{5E368B7F-12C1-40B4-A41C-FF76FF604A7A}" type="pres">
      <dgm:prSet presAssocID="{5BFD3A03-16FB-46DD-A13D-9D6ACA724052}" presName="bgRect" presStyleLbl="bgShp" presStyleIdx="4" presStyleCnt="6"/>
      <dgm:spPr/>
    </dgm:pt>
    <dgm:pt modelId="{7DCF627A-F99F-4EDB-9A37-CF6C1E348A83}" type="pres">
      <dgm:prSet presAssocID="{5BFD3A03-16FB-46DD-A13D-9D6ACA724052}"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Music Notes"/>
        </a:ext>
      </dgm:extLst>
    </dgm:pt>
    <dgm:pt modelId="{1FE324D3-D052-4E5E-9C0C-A964A4673C3E}" type="pres">
      <dgm:prSet presAssocID="{5BFD3A03-16FB-46DD-A13D-9D6ACA724052}" presName="spaceRect" presStyleCnt="0"/>
      <dgm:spPr/>
    </dgm:pt>
    <dgm:pt modelId="{861F9F8F-6F7D-499F-855D-F8023A984B58}" type="pres">
      <dgm:prSet presAssocID="{5BFD3A03-16FB-46DD-A13D-9D6ACA724052}" presName="parTx" presStyleLbl="revTx" presStyleIdx="4" presStyleCnt="6">
        <dgm:presLayoutVars>
          <dgm:chMax val="0"/>
          <dgm:chPref val="0"/>
        </dgm:presLayoutVars>
      </dgm:prSet>
      <dgm:spPr/>
    </dgm:pt>
    <dgm:pt modelId="{A5E6E846-1999-4A47-A688-41BC7CFDFE7B}" type="pres">
      <dgm:prSet presAssocID="{9AF9F3CC-074C-489D-8089-70942D99E13F}" presName="sibTrans" presStyleCnt="0"/>
      <dgm:spPr/>
    </dgm:pt>
    <dgm:pt modelId="{8BACE26D-7578-4D06-A5ED-F55CE358B18B}" type="pres">
      <dgm:prSet presAssocID="{E0AF91F1-7CED-4E36-AA4B-8320E6A33E78}" presName="compNode" presStyleCnt="0"/>
      <dgm:spPr/>
    </dgm:pt>
    <dgm:pt modelId="{96EC2E39-3AFA-4888-9C76-0EF91D43B582}" type="pres">
      <dgm:prSet presAssocID="{E0AF91F1-7CED-4E36-AA4B-8320E6A33E78}" presName="bgRect" presStyleLbl="bgShp" presStyleIdx="5" presStyleCnt="6"/>
      <dgm:spPr/>
    </dgm:pt>
    <dgm:pt modelId="{804EC3F3-113A-495E-808E-C3D7BF9C3711}" type="pres">
      <dgm:prSet presAssocID="{E0AF91F1-7CED-4E36-AA4B-8320E6A33E78}"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Flowchart"/>
        </a:ext>
      </dgm:extLst>
    </dgm:pt>
    <dgm:pt modelId="{B98CCBBA-BBB4-4D70-914F-417586280A21}" type="pres">
      <dgm:prSet presAssocID="{E0AF91F1-7CED-4E36-AA4B-8320E6A33E78}" presName="spaceRect" presStyleCnt="0"/>
      <dgm:spPr/>
    </dgm:pt>
    <dgm:pt modelId="{728D0762-0217-4D55-BBBF-3CFF483E535B}" type="pres">
      <dgm:prSet presAssocID="{E0AF91F1-7CED-4E36-AA4B-8320E6A33E78}" presName="parTx" presStyleLbl="revTx" presStyleIdx="5" presStyleCnt="6">
        <dgm:presLayoutVars>
          <dgm:chMax val="0"/>
          <dgm:chPref val="0"/>
        </dgm:presLayoutVars>
      </dgm:prSet>
      <dgm:spPr/>
    </dgm:pt>
  </dgm:ptLst>
  <dgm:cxnLst>
    <dgm:cxn modelId="{3B177E08-92CE-42CE-A902-0E584642B6F9}" type="presOf" srcId="{E0AF91F1-7CED-4E36-AA4B-8320E6A33E78}" destId="{728D0762-0217-4D55-BBBF-3CFF483E535B}" srcOrd="0" destOrd="0" presId="urn:microsoft.com/office/officeart/2018/2/layout/IconVerticalSolidList"/>
    <dgm:cxn modelId="{C8BD8E36-6BE7-4442-B66A-7202C7E7C00D}" type="presOf" srcId="{CE5266F1-35AC-41B9-AC1E-A180F6A1DF51}" destId="{07B96E32-0B0C-4512-907E-340CDEB7FF17}" srcOrd="0" destOrd="0" presId="urn:microsoft.com/office/officeart/2018/2/layout/IconVerticalSolidList"/>
    <dgm:cxn modelId="{2389A75C-65CC-4E7B-96A2-C6B29BD7FAB9}" type="presOf" srcId="{4C384E20-6D50-4220-A9E7-7C21659CF7C4}" destId="{B06DDA0A-D615-4682-A812-31318A2A56A0}" srcOrd="0" destOrd="0" presId="urn:microsoft.com/office/officeart/2018/2/layout/IconVerticalSolidList"/>
    <dgm:cxn modelId="{CD3C5044-5A65-491F-A915-C404D27BBD03}" srcId="{9A24072D-9CBE-419E-B0D4-A2D52F448C78}" destId="{E0AF91F1-7CED-4E36-AA4B-8320E6A33E78}" srcOrd="5" destOrd="0" parTransId="{9EA4ACD5-EA75-4891-9F3D-7F97A0951062}" sibTransId="{307AE4D3-0E56-44C3-8463-A71A8867F1BA}"/>
    <dgm:cxn modelId="{70704769-DA9A-4191-96A7-2942C0885101}" type="presOf" srcId="{C2B4B366-D23E-450A-9EAD-C72A176BE23D}" destId="{B69611D8-159F-44E9-94DD-A5EEA33D88B4}" srcOrd="0" destOrd="0" presId="urn:microsoft.com/office/officeart/2018/2/layout/IconVerticalSolidList"/>
    <dgm:cxn modelId="{4692F26B-48A0-4D11-89E6-4AFFCE7B9B2F}" type="presOf" srcId="{5BFD3A03-16FB-46DD-A13D-9D6ACA724052}" destId="{861F9F8F-6F7D-499F-855D-F8023A984B58}" srcOrd="0" destOrd="0" presId="urn:microsoft.com/office/officeart/2018/2/layout/IconVerticalSolidList"/>
    <dgm:cxn modelId="{DF4F4080-F96B-45A1-8958-B88510DDF550}" srcId="{9A24072D-9CBE-419E-B0D4-A2D52F448C78}" destId="{4C384E20-6D50-4220-A9E7-7C21659CF7C4}" srcOrd="3" destOrd="0" parTransId="{98E5417C-8A1C-471D-A7EC-68457C2ECC42}" sibTransId="{51908138-B662-4215-9BC1-64E1DB7C905F}"/>
    <dgm:cxn modelId="{3C2DAC85-CBA9-4EF0-BF8C-19A5415A720B}" srcId="{9A24072D-9CBE-419E-B0D4-A2D52F448C78}" destId="{CE5266F1-35AC-41B9-AC1E-A180F6A1DF51}" srcOrd="1" destOrd="0" parTransId="{1FD420C9-97F7-4608-BAA1-2A520F69D360}" sibTransId="{7D664C82-4763-479E-99A2-A7858D56EC69}"/>
    <dgm:cxn modelId="{872D039B-533C-46EA-ACBC-D8B9B69AE94A}" type="presOf" srcId="{9A24072D-9CBE-419E-B0D4-A2D52F448C78}" destId="{52C16FB5-C274-42F1-9C8B-4BFD69811A44}" srcOrd="0" destOrd="0" presId="urn:microsoft.com/office/officeart/2018/2/layout/IconVerticalSolidList"/>
    <dgm:cxn modelId="{2E3CDEB3-C648-42B9-AAB8-A1467D0B23B1}" type="presOf" srcId="{DD793FC3-16A2-4646-858E-EE1D49A8868F}" destId="{65EE997C-D490-4E3A-926F-C86EB0DB3533}" srcOrd="0" destOrd="0" presId="urn:microsoft.com/office/officeart/2018/2/layout/IconVerticalSolidList"/>
    <dgm:cxn modelId="{B22AA7B7-6341-4659-852C-5615738C349B}" srcId="{9A24072D-9CBE-419E-B0D4-A2D52F448C78}" destId="{5BFD3A03-16FB-46DD-A13D-9D6ACA724052}" srcOrd="4" destOrd="0" parTransId="{812B26B9-1BA1-4E5A-97CE-1428DFB473F3}" sibTransId="{9AF9F3CC-074C-489D-8089-70942D99E13F}"/>
    <dgm:cxn modelId="{CFC07DC5-9799-48D1-890B-2B20A34E870E}" srcId="{9A24072D-9CBE-419E-B0D4-A2D52F448C78}" destId="{C2B4B366-D23E-450A-9EAD-C72A176BE23D}" srcOrd="2" destOrd="0" parTransId="{26A4C91F-0836-4289-BF1D-6C88DC889CD5}" sibTransId="{88C3FABD-532C-431B-85DD-03A06B16EB77}"/>
    <dgm:cxn modelId="{897F5AC9-1140-46AA-B91B-01ED1C434DD6}" srcId="{9A24072D-9CBE-419E-B0D4-A2D52F448C78}" destId="{DD793FC3-16A2-4646-858E-EE1D49A8868F}" srcOrd="0" destOrd="0" parTransId="{C949A03B-256E-4663-944B-2D366EB9D6C5}" sibTransId="{5403B616-1FB1-45C6-B07B-F95FF83EAC93}"/>
    <dgm:cxn modelId="{E3D810C0-503C-454C-AD35-2C1CF4A7890F}" type="presParOf" srcId="{52C16FB5-C274-42F1-9C8B-4BFD69811A44}" destId="{DA751911-6526-4595-8ED7-95C546B175D8}" srcOrd="0" destOrd="0" presId="urn:microsoft.com/office/officeart/2018/2/layout/IconVerticalSolidList"/>
    <dgm:cxn modelId="{66F01707-0B9A-4DE2-B479-282E79915E5C}" type="presParOf" srcId="{DA751911-6526-4595-8ED7-95C546B175D8}" destId="{0C240049-2FC0-4532-8B94-BB7FBFD117F7}" srcOrd="0" destOrd="0" presId="urn:microsoft.com/office/officeart/2018/2/layout/IconVerticalSolidList"/>
    <dgm:cxn modelId="{D077CFF6-603D-45D6-A294-8B2FF4CA535A}" type="presParOf" srcId="{DA751911-6526-4595-8ED7-95C546B175D8}" destId="{E47ADF8D-A8A8-4FF4-B2EF-5708C8F457DE}" srcOrd="1" destOrd="0" presId="urn:microsoft.com/office/officeart/2018/2/layout/IconVerticalSolidList"/>
    <dgm:cxn modelId="{77A17223-0AF7-4392-AD8A-4D26F539E672}" type="presParOf" srcId="{DA751911-6526-4595-8ED7-95C546B175D8}" destId="{3006A130-0DE6-42E2-8D5F-4B0CC43FC4A5}" srcOrd="2" destOrd="0" presId="urn:microsoft.com/office/officeart/2018/2/layout/IconVerticalSolidList"/>
    <dgm:cxn modelId="{A2C297FA-6498-419A-BDEA-279A0400AD9F}" type="presParOf" srcId="{DA751911-6526-4595-8ED7-95C546B175D8}" destId="{65EE997C-D490-4E3A-926F-C86EB0DB3533}" srcOrd="3" destOrd="0" presId="urn:microsoft.com/office/officeart/2018/2/layout/IconVerticalSolidList"/>
    <dgm:cxn modelId="{69D6D9BC-1841-4109-9CD2-2D46C2616C87}" type="presParOf" srcId="{52C16FB5-C274-42F1-9C8B-4BFD69811A44}" destId="{3AED19F1-7484-4CAA-93DA-D00848E0FB15}" srcOrd="1" destOrd="0" presId="urn:microsoft.com/office/officeart/2018/2/layout/IconVerticalSolidList"/>
    <dgm:cxn modelId="{4A24D953-C2D8-44D0-805E-4214B0002A03}" type="presParOf" srcId="{52C16FB5-C274-42F1-9C8B-4BFD69811A44}" destId="{65A43C36-5C41-4D22-98B7-08FAEB7DEC82}" srcOrd="2" destOrd="0" presId="urn:microsoft.com/office/officeart/2018/2/layout/IconVerticalSolidList"/>
    <dgm:cxn modelId="{0987D44C-1787-4B87-AE12-EEE885B31484}" type="presParOf" srcId="{65A43C36-5C41-4D22-98B7-08FAEB7DEC82}" destId="{74B9A620-754A-4DDB-A680-9F9313CD79B6}" srcOrd="0" destOrd="0" presId="urn:microsoft.com/office/officeart/2018/2/layout/IconVerticalSolidList"/>
    <dgm:cxn modelId="{35FFC783-2CE0-4CF0-BAC8-FACF5EDEA60C}" type="presParOf" srcId="{65A43C36-5C41-4D22-98B7-08FAEB7DEC82}" destId="{6B0F5BBE-BC9B-4752-B072-DB8DDC36B9E2}" srcOrd="1" destOrd="0" presId="urn:microsoft.com/office/officeart/2018/2/layout/IconVerticalSolidList"/>
    <dgm:cxn modelId="{B0EED742-454A-40DA-907E-FA53113AD850}" type="presParOf" srcId="{65A43C36-5C41-4D22-98B7-08FAEB7DEC82}" destId="{D50547ED-0B76-4B32-ADC8-3EB5441C1B53}" srcOrd="2" destOrd="0" presId="urn:microsoft.com/office/officeart/2018/2/layout/IconVerticalSolidList"/>
    <dgm:cxn modelId="{C321D0C6-3E69-4D2D-83CA-7F3AF06F1429}" type="presParOf" srcId="{65A43C36-5C41-4D22-98B7-08FAEB7DEC82}" destId="{07B96E32-0B0C-4512-907E-340CDEB7FF17}" srcOrd="3" destOrd="0" presId="urn:microsoft.com/office/officeart/2018/2/layout/IconVerticalSolidList"/>
    <dgm:cxn modelId="{E2AE829C-E135-443B-91F3-84C4A5B1CD26}" type="presParOf" srcId="{52C16FB5-C274-42F1-9C8B-4BFD69811A44}" destId="{2655BBCA-683A-426D-9CC3-AE72DDF778D5}" srcOrd="3" destOrd="0" presId="urn:microsoft.com/office/officeart/2018/2/layout/IconVerticalSolidList"/>
    <dgm:cxn modelId="{57EFB6A4-8903-40D1-B36C-A80BF23CFE66}" type="presParOf" srcId="{52C16FB5-C274-42F1-9C8B-4BFD69811A44}" destId="{E94D62CC-E810-47FC-AAE1-4DE1D8E039B7}" srcOrd="4" destOrd="0" presId="urn:microsoft.com/office/officeart/2018/2/layout/IconVerticalSolidList"/>
    <dgm:cxn modelId="{B0F94B97-C8FB-4918-99C4-3D08AFBE75CC}" type="presParOf" srcId="{E94D62CC-E810-47FC-AAE1-4DE1D8E039B7}" destId="{B977CFC9-2797-4854-AF82-E37FB642939E}" srcOrd="0" destOrd="0" presId="urn:microsoft.com/office/officeart/2018/2/layout/IconVerticalSolidList"/>
    <dgm:cxn modelId="{0D27C26C-60DB-41AB-BB32-8813A4A44F50}" type="presParOf" srcId="{E94D62CC-E810-47FC-AAE1-4DE1D8E039B7}" destId="{28374FA8-BC2F-45F3-BF2F-690C8AEAC114}" srcOrd="1" destOrd="0" presId="urn:microsoft.com/office/officeart/2018/2/layout/IconVerticalSolidList"/>
    <dgm:cxn modelId="{A4D751F5-A32F-46AC-BA6A-722D7E60230E}" type="presParOf" srcId="{E94D62CC-E810-47FC-AAE1-4DE1D8E039B7}" destId="{C93EB041-4814-4AE6-9D94-9DFF3982302D}" srcOrd="2" destOrd="0" presId="urn:microsoft.com/office/officeart/2018/2/layout/IconVerticalSolidList"/>
    <dgm:cxn modelId="{63A29B3E-5380-4DF7-A9EA-FE0BE63A47FF}" type="presParOf" srcId="{E94D62CC-E810-47FC-AAE1-4DE1D8E039B7}" destId="{B69611D8-159F-44E9-94DD-A5EEA33D88B4}" srcOrd="3" destOrd="0" presId="urn:microsoft.com/office/officeart/2018/2/layout/IconVerticalSolidList"/>
    <dgm:cxn modelId="{5A2B9793-0173-4A63-A70C-345EBAE4C414}" type="presParOf" srcId="{52C16FB5-C274-42F1-9C8B-4BFD69811A44}" destId="{6660CE10-1E04-43C2-87A3-3E21FE169C5D}" srcOrd="5" destOrd="0" presId="urn:microsoft.com/office/officeart/2018/2/layout/IconVerticalSolidList"/>
    <dgm:cxn modelId="{08920943-53CF-461C-94A4-9A2DBDAB68E2}" type="presParOf" srcId="{52C16FB5-C274-42F1-9C8B-4BFD69811A44}" destId="{EB259E73-FAB5-44FA-9EE1-C6282039F358}" srcOrd="6" destOrd="0" presId="urn:microsoft.com/office/officeart/2018/2/layout/IconVerticalSolidList"/>
    <dgm:cxn modelId="{B293F02F-6E0E-4BE0-B8CB-7958EB339B7E}" type="presParOf" srcId="{EB259E73-FAB5-44FA-9EE1-C6282039F358}" destId="{8C953232-2977-4555-9A60-00614D834B5B}" srcOrd="0" destOrd="0" presId="urn:microsoft.com/office/officeart/2018/2/layout/IconVerticalSolidList"/>
    <dgm:cxn modelId="{DA824DC3-BE0D-471C-8B27-9FF482518D54}" type="presParOf" srcId="{EB259E73-FAB5-44FA-9EE1-C6282039F358}" destId="{A03A9A43-6BAD-4435-8311-131E9707553C}" srcOrd="1" destOrd="0" presId="urn:microsoft.com/office/officeart/2018/2/layout/IconVerticalSolidList"/>
    <dgm:cxn modelId="{01986015-94C1-487D-973A-BE647E2EB122}" type="presParOf" srcId="{EB259E73-FAB5-44FA-9EE1-C6282039F358}" destId="{4777448A-1BF9-4B83-BB4C-FA953601B3A0}" srcOrd="2" destOrd="0" presId="urn:microsoft.com/office/officeart/2018/2/layout/IconVerticalSolidList"/>
    <dgm:cxn modelId="{13B6F24C-B7F5-4BFF-8782-516E0476F781}" type="presParOf" srcId="{EB259E73-FAB5-44FA-9EE1-C6282039F358}" destId="{B06DDA0A-D615-4682-A812-31318A2A56A0}" srcOrd="3" destOrd="0" presId="urn:microsoft.com/office/officeart/2018/2/layout/IconVerticalSolidList"/>
    <dgm:cxn modelId="{0B18E0C2-7429-4325-BADF-9E5F0483B85B}" type="presParOf" srcId="{52C16FB5-C274-42F1-9C8B-4BFD69811A44}" destId="{8081E62B-5003-4B74-9B2B-920E98550641}" srcOrd="7" destOrd="0" presId="urn:microsoft.com/office/officeart/2018/2/layout/IconVerticalSolidList"/>
    <dgm:cxn modelId="{6855AD7F-2BD7-47DF-89E8-BD7E5698C7CA}" type="presParOf" srcId="{52C16FB5-C274-42F1-9C8B-4BFD69811A44}" destId="{0C646971-A686-4C22-A877-DCDC1E9B627D}" srcOrd="8" destOrd="0" presId="urn:microsoft.com/office/officeart/2018/2/layout/IconVerticalSolidList"/>
    <dgm:cxn modelId="{5E08F080-8976-477E-AB91-6193FF56D21F}" type="presParOf" srcId="{0C646971-A686-4C22-A877-DCDC1E9B627D}" destId="{5E368B7F-12C1-40B4-A41C-FF76FF604A7A}" srcOrd="0" destOrd="0" presId="urn:microsoft.com/office/officeart/2018/2/layout/IconVerticalSolidList"/>
    <dgm:cxn modelId="{9895E6F5-67FE-4FE5-A6DE-BCE073B3AE50}" type="presParOf" srcId="{0C646971-A686-4C22-A877-DCDC1E9B627D}" destId="{7DCF627A-F99F-4EDB-9A37-CF6C1E348A83}" srcOrd="1" destOrd="0" presId="urn:microsoft.com/office/officeart/2018/2/layout/IconVerticalSolidList"/>
    <dgm:cxn modelId="{44A80CDE-2E39-48CB-98D5-A163C2C4277E}" type="presParOf" srcId="{0C646971-A686-4C22-A877-DCDC1E9B627D}" destId="{1FE324D3-D052-4E5E-9C0C-A964A4673C3E}" srcOrd="2" destOrd="0" presId="urn:microsoft.com/office/officeart/2018/2/layout/IconVerticalSolidList"/>
    <dgm:cxn modelId="{7F5D64B0-F946-497F-9C0F-1B7209DB4D2E}" type="presParOf" srcId="{0C646971-A686-4C22-A877-DCDC1E9B627D}" destId="{861F9F8F-6F7D-499F-855D-F8023A984B58}" srcOrd="3" destOrd="0" presId="urn:microsoft.com/office/officeart/2018/2/layout/IconVerticalSolidList"/>
    <dgm:cxn modelId="{A509FFA7-755C-4934-AD11-E9A7C0EC6410}" type="presParOf" srcId="{52C16FB5-C274-42F1-9C8B-4BFD69811A44}" destId="{A5E6E846-1999-4A47-A688-41BC7CFDFE7B}" srcOrd="9" destOrd="0" presId="urn:microsoft.com/office/officeart/2018/2/layout/IconVerticalSolidList"/>
    <dgm:cxn modelId="{B060D578-F04F-430A-A035-3E1CF9ACDC97}" type="presParOf" srcId="{52C16FB5-C274-42F1-9C8B-4BFD69811A44}" destId="{8BACE26D-7578-4D06-A5ED-F55CE358B18B}" srcOrd="10" destOrd="0" presId="urn:microsoft.com/office/officeart/2018/2/layout/IconVerticalSolidList"/>
    <dgm:cxn modelId="{72FFADD2-D793-4F57-B279-A44A6DD61B78}" type="presParOf" srcId="{8BACE26D-7578-4D06-A5ED-F55CE358B18B}" destId="{96EC2E39-3AFA-4888-9C76-0EF91D43B582}" srcOrd="0" destOrd="0" presId="urn:microsoft.com/office/officeart/2018/2/layout/IconVerticalSolidList"/>
    <dgm:cxn modelId="{44758929-C136-4DAC-B2D9-D7B85AD989B3}" type="presParOf" srcId="{8BACE26D-7578-4D06-A5ED-F55CE358B18B}" destId="{804EC3F3-113A-495E-808E-C3D7BF9C3711}" srcOrd="1" destOrd="0" presId="urn:microsoft.com/office/officeart/2018/2/layout/IconVerticalSolidList"/>
    <dgm:cxn modelId="{D928A0D6-2B52-4163-8942-233BEA5495D9}" type="presParOf" srcId="{8BACE26D-7578-4D06-A5ED-F55CE358B18B}" destId="{B98CCBBA-BBB4-4D70-914F-417586280A21}" srcOrd="2" destOrd="0" presId="urn:microsoft.com/office/officeart/2018/2/layout/IconVerticalSolidList"/>
    <dgm:cxn modelId="{2DE28A27-6319-4666-84D3-DF21A948BFE8}" type="presParOf" srcId="{8BACE26D-7578-4D06-A5ED-F55CE358B18B}" destId="{728D0762-0217-4D55-BBBF-3CFF483E535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4CDB37B-9DFF-44FA-8716-1647E2C86E24}" type="doc">
      <dgm:prSet loTypeId="urn:microsoft.com/office/officeart/2005/8/layout/process4" loCatId="list" qsTypeId="urn:microsoft.com/office/officeart/2005/8/quickstyle/simple1" qsCatId="simple" csTypeId="urn:microsoft.com/office/officeart/2005/8/colors/accent1_2" csCatId="accent1" phldr="1"/>
      <dgm:spPr/>
      <dgm:t>
        <a:bodyPr/>
        <a:lstStyle/>
        <a:p>
          <a:endParaRPr lang="en-US"/>
        </a:p>
      </dgm:t>
    </dgm:pt>
    <dgm:pt modelId="{9ADF4940-58B2-4183-AFC3-F19D5961E3ED}">
      <dgm:prSet phldrT="[Text]" phldr="0"/>
      <dgm:spPr/>
      <dgm:t>
        <a:bodyPr/>
        <a:lstStyle/>
        <a:p>
          <a:r>
            <a:rPr lang="en-US" dirty="0"/>
            <a:t>User selects a song</a:t>
          </a:r>
        </a:p>
      </dgm:t>
    </dgm:pt>
    <dgm:pt modelId="{6E69072C-8E70-46E4-B663-723187CFA74E}" type="parTrans" cxnId="{4628AE4C-1207-4635-B5F2-CE4A63F5CF1B}">
      <dgm:prSet/>
      <dgm:spPr/>
      <dgm:t>
        <a:bodyPr/>
        <a:lstStyle/>
        <a:p>
          <a:endParaRPr lang="en-US"/>
        </a:p>
      </dgm:t>
    </dgm:pt>
    <dgm:pt modelId="{13561CF9-7A54-4C0B-B6EB-A0D38B0EFAD9}" type="sibTrans" cxnId="{4628AE4C-1207-4635-B5F2-CE4A63F5CF1B}">
      <dgm:prSet/>
      <dgm:spPr/>
      <dgm:t>
        <a:bodyPr/>
        <a:lstStyle/>
        <a:p>
          <a:endParaRPr lang="en-US"/>
        </a:p>
      </dgm:t>
    </dgm:pt>
    <dgm:pt modelId="{22BBD863-64D9-4FC4-9ABF-823EA3AD45E0}">
      <dgm:prSet phldrT="[Text]" phldr="0"/>
      <dgm:spPr/>
      <dgm:t>
        <a:bodyPr/>
        <a:lstStyle/>
        <a:p>
          <a:r>
            <a:rPr lang="en-US" dirty="0"/>
            <a:t>TF-IDF Vector</a:t>
          </a:r>
        </a:p>
      </dgm:t>
    </dgm:pt>
    <dgm:pt modelId="{C3D9E125-9088-402B-9595-4CC3AD3F6444}" type="parTrans" cxnId="{A5B99593-3D3B-4F61-A48F-ABF8EA39CBA7}">
      <dgm:prSet/>
      <dgm:spPr/>
      <dgm:t>
        <a:bodyPr/>
        <a:lstStyle/>
        <a:p>
          <a:endParaRPr lang="en-US"/>
        </a:p>
      </dgm:t>
    </dgm:pt>
    <dgm:pt modelId="{37C42A8E-6C0D-4BEF-A635-DB1B4CE3A1D0}" type="sibTrans" cxnId="{A5B99593-3D3B-4F61-A48F-ABF8EA39CBA7}">
      <dgm:prSet/>
      <dgm:spPr/>
      <dgm:t>
        <a:bodyPr/>
        <a:lstStyle/>
        <a:p>
          <a:endParaRPr lang="en-US"/>
        </a:p>
      </dgm:t>
    </dgm:pt>
    <dgm:pt modelId="{79513604-473C-4AA6-B587-8F8DE4E56DF5}">
      <dgm:prSet phldrT="[Text]" phldr="0"/>
      <dgm:spPr/>
      <dgm:t>
        <a:bodyPr/>
        <a:lstStyle/>
        <a:p>
          <a:r>
            <a:rPr lang="en-US" dirty="0"/>
            <a:t>Cosine Similarity</a:t>
          </a:r>
        </a:p>
      </dgm:t>
    </dgm:pt>
    <dgm:pt modelId="{B48E8B76-8DDB-4FE5-A0E2-A6AD273329C7}" type="parTrans" cxnId="{B5FA4985-F62E-41B2-A1E7-78B505A8548D}">
      <dgm:prSet/>
      <dgm:spPr/>
      <dgm:t>
        <a:bodyPr/>
        <a:lstStyle/>
        <a:p>
          <a:endParaRPr lang="en-US"/>
        </a:p>
      </dgm:t>
    </dgm:pt>
    <dgm:pt modelId="{33882A9D-0207-4068-853B-0A44FBBC9132}" type="sibTrans" cxnId="{B5FA4985-F62E-41B2-A1E7-78B505A8548D}">
      <dgm:prSet/>
      <dgm:spPr/>
      <dgm:t>
        <a:bodyPr/>
        <a:lstStyle/>
        <a:p>
          <a:endParaRPr lang="en-US"/>
        </a:p>
      </dgm:t>
    </dgm:pt>
    <dgm:pt modelId="{1931EF90-C267-4CD3-BC27-750773C16C3A}">
      <dgm:prSet/>
      <dgm:spPr/>
      <dgm:t>
        <a:bodyPr/>
        <a:lstStyle/>
        <a:p>
          <a:r>
            <a:rPr lang="en-US" dirty="0"/>
            <a:t>Top 5 Matches</a:t>
          </a:r>
        </a:p>
      </dgm:t>
    </dgm:pt>
    <dgm:pt modelId="{7C72E0CC-5F1D-40E1-B0F6-EE1412EFD527}" type="parTrans" cxnId="{6EF9956A-E0B2-42C3-939D-124C0C8FAF3F}">
      <dgm:prSet/>
      <dgm:spPr/>
      <dgm:t>
        <a:bodyPr/>
        <a:lstStyle/>
        <a:p>
          <a:endParaRPr lang="en-US"/>
        </a:p>
      </dgm:t>
    </dgm:pt>
    <dgm:pt modelId="{8012896F-2777-4BD9-9702-D955685C36FB}" type="sibTrans" cxnId="{6EF9956A-E0B2-42C3-939D-124C0C8FAF3F}">
      <dgm:prSet/>
      <dgm:spPr/>
      <dgm:t>
        <a:bodyPr/>
        <a:lstStyle/>
        <a:p>
          <a:endParaRPr lang="en-US"/>
        </a:p>
      </dgm:t>
    </dgm:pt>
    <dgm:pt modelId="{3BBE50A3-61D3-465B-AC8C-B565A8167E46}">
      <dgm:prSet/>
      <dgm:spPr/>
      <dgm:t>
        <a:bodyPr/>
        <a:lstStyle/>
        <a:p>
          <a:r>
            <a:rPr lang="en-US" dirty="0"/>
            <a:t>Display with Spotify Data</a:t>
          </a:r>
        </a:p>
      </dgm:t>
    </dgm:pt>
    <dgm:pt modelId="{A40FD324-54B5-4934-819F-EB9EFD169556}" type="parTrans" cxnId="{9F4A44DE-6635-40E8-974A-B8070762496C}">
      <dgm:prSet/>
      <dgm:spPr/>
      <dgm:t>
        <a:bodyPr/>
        <a:lstStyle/>
        <a:p>
          <a:endParaRPr lang="en-US"/>
        </a:p>
      </dgm:t>
    </dgm:pt>
    <dgm:pt modelId="{0C159D6C-2BA7-45BA-8C48-26E6C641E04C}" type="sibTrans" cxnId="{9F4A44DE-6635-40E8-974A-B8070762496C}">
      <dgm:prSet/>
      <dgm:spPr/>
      <dgm:t>
        <a:bodyPr/>
        <a:lstStyle/>
        <a:p>
          <a:endParaRPr lang="en-US"/>
        </a:p>
      </dgm:t>
    </dgm:pt>
    <dgm:pt modelId="{5542D6F0-543C-4D81-A20C-238FC713B880}" type="pres">
      <dgm:prSet presAssocID="{44CDB37B-9DFF-44FA-8716-1647E2C86E24}" presName="Name0" presStyleCnt="0">
        <dgm:presLayoutVars>
          <dgm:dir/>
          <dgm:animLvl val="lvl"/>
          <dgm:resizeHandles val="exact"/>
        </dgm:presLayoutVars>
      </dgm:prSet>
      <dgm:spPr/>
    </dgm:pt>
    <dgm:pt modelId="{587B2B6F-F668-48FE-B3B3-7D1BA3426B49}" type="pres">
      <dgm:prSet presAssocID="{3BBE50A3-61D3-465B-AC8C-B565A8167E46}" presName="boxAndChildren" presStyleCnt="0"/>
      <dgm:spPr/>
    </dgm:pt>
    <dgm:pt modelId="{1EF031D4-69B8-4D08-8807-684BCBAB7963}" type="pres">
      <dgm:prSet presAssocID="{3BBE50A3-61D3-465B-AC8C-B565A8167E46}" presName="parentTextBox" presStyleLbl="node1" presStyleIdx="0" presStyleCnt="5"/>
      <dgm:spPr/>
    </dgm:pt>
    <dgm:pt modelId="{DF7DB8D3-9ABA-40C3-9089-2FE2DD0B1022}" type="pres">
      <dgm:prSet presAssocID="{8012896F-2777-4BD9-9702-D955685C36FB}" presName="sp" presStyleCnt="0"/>
      <dgm:spPr/>
    </dgm:pt>
    <dgm:pt modelId="{90A71D78-904B-4349-937F-3E8E30A7B19A}" type="pres">
      <dgm:prSet presAssocID="{1931EF90-C267-4CD3-BC27-750773C16C3A}" presName="arrowAndChildren" presStyleCnt="0"/>
      <dgm:spPr/>
    </dgm:pt>
    <dgm:pt modelId="{023A2378-5CB6-4755-8F6C-B4CA2474E8CE}" type="pres">
      <dgm:prSet presAssocID="{1931EF90-C267-4CD3-BC27-750773C16C3A}" presName="parentTextArrow" presStyleLbl="node1" presStyleIdx="1" presStyleCnt="5"/>
      <dgm:spPr/>
    </dgm:pt>
    <dgm:pt modelId="{3B430BA3-803F-4E62-A3A9-D80EAF814CA7}" type="pres">
      <dgm:prSet presAssocID="{33882A9D-0207-4068-853B-0A44FBBC9132}" presName="sp" presStyleCnt="0"/>
      <dgm:spPr/>
    </dgm:pt>
    <dgm:pt modelId="{4249B076-B4F3-4398-9813-1319A328A228}" type="pres">
      <dgm:prSet presAssocID="{79513604-473C-4AA6-B587-8F8DE4E56DF5}" presName="arrowAndChildren" presStyleCnt="0"/>
      <dgm:spPr/>
    </dgm:pt>
    <dgm:pt modelId="{C0126E71-704E-46F1-B600-09F3ED1E42F4}" type="pres">
      <dgm:prSet presAssocID="{79513604-473C-4AA6-B587-8F8DE4E56DF5}" presName="parentTextArrow" presStyleLbl="node1" presStyleIdx="2" presStyleCnt="5"/>
      <dgm:spPr/>
    </dgm:pt>
    <dgm:pt modelId="{E1CE9CDD-4D89-4AA2-A279-982C94036934}" type="pres">
      <dgm:prSet presAssocID="{37C42A8E-6C0D-4BEF-A635-DB1B4CE3A1D0}" presName="sp" presStyleCnt="0"/>
      <dgm:spPr/>
    </dgm:pt>
    <dgm:pt modelId="{F1C30F5E-3B5E-47A1-BEFA-B1082BA0166F}" type="pres">
      <dgm:prSet presAssocID="{22BBD863-64D9-4FC4-9ABF-823EA3AD45E0}" presName="arrowAndChildren" presStyleCnt="0"/>
      <dgm:spPr/>
    </dgm:pt>
    <dgm:pt modelId="{012B2306-595B-4643-9C18-9183DE711F51}" type="pres">
      <dgm:prSet presAssocID="{22BBD863-64D9-4FC4-9ABF-823EA3AD45E0}" presName="parentTextArrow" presStyleLbl="node1" presStyleIdx="3" presStyleCnt="5"/>
      <dgm:spPr/>
    </dgm:pt>
    <dgm:pt modelId="{1BCB8898-DBD3-4CA9-93F8-8E9D01351DC4}" type="pres">
      <dgm:prSet presAssocID="{13561CF9-7A54-4C0B-B6EB-A0D38B0EFAD9}" presName="sp" presStyleCnt="0"/>
      <dgm:spPr/>
    </dgm:pt>
    <dgm:pt modelId="{7A11AC4C-1A08-4EA7-B023-8FB7C96F1DA4}" type="pres">
      <dgm:prSet presAssocID="{9ADF4940-58B2-4183-AFC3-F19D5961E3ED}" presName="arrowAndChildren" presStyleCnt="0"/>
      <dgm:spPr/>
    </dgm:pt>
    <dgm:pt modelId="{7A4D10DD-1F38-4B95-B4F1-FE9365AFE5CC}" type="pres">
      <dgm:prSet presAssocID="{9ADF4940-58B2-4183-AFC3-F19D5961E3ED}" presName="parentTextArrow" presStyleLbl="node1" presStyleIdx="4" presStyleCnt="5" custLinFactNeighborX="-9" custLinFactNeighborY="4358"/>
      <dgm:spPr/>
    </dgm:pt>
  </dgm:ptLst>
  <dgm:cxnLst>
    <dgm:cxn modelId="{D9A7495D-4C34-49A0-9956-A557BE041783}" type="presOf" srcId="{1931EF90-C267-4CD3-BC27-750773C16C3A}" destId="{023A2378-5CB6-4755-8F6C-B4CA2474E8CE}" srcOrd="0" destOrd="0" presId="urn:microsoft.com/office/officeart/2005/8/layout/process4"/>
    <dgm:cxn modelId="{6EF9956A-E0B2-42C3-939D-124C0C8FAF3F}" srcId="{44CDB37B-9DFF-44FA-8716-1647E2C86E24}" destId="{1931EF90-C267-4CD3-BC27-750773C16C3A}" srcOrd="3" destOrd="0" parTransId="{7C72E0CC-5F1D-40E1-B0F6-EE1412EFD527}" sibTransId="{8012896F-2777-4BD9-9702-D955685C36FB}"/>
    <dgm:cxn modelId="{139C3B4C-37E5-481E-8C74-3B91EFEFF4D3}" type="presOf" srcId="{79513604-473C-4AA6-B587-8F8DE4E56DF5}" destId="{C0126E71-704E-46F1-B600-09F3ED1E42F4}" srcOrd="0" destOrd="0" presId="urn:microsoft.com/office/officeart/2005/8/layout/process4"/>
    <dgm:cxn modelId="{4628AE4C-1207-4635-B5F2-CE4A63F5CF1B}" srcId="{44CDB37B-9DFF-44FA-8716-1647E2C86E24}" destId="{9ADF4940-58B2-4183-AFC3-F19D5961E3ED}" srcOrd="0" destOrd="0" parTransId="{6E69072C-8E70-46E4-B663-723187CFA74E}" sibTransId="{13561CF9-7A54-4C0B-B6EB-A0D38B0EFAD9}"/>
    <dgm:cxn modelId="{C210C782-C688-402B-80E2-22BCC8B70F41}" type="presOf" srcId="{3BBE50A3-61D3-465B-AC8C-B565A8167E46}" destId="{1EF031D4-69B8-4D08-8807-684BCBAB7963}" srcOrd="0" destOrd="0" presId="urn:microsoft.com/office/officeart/2005/8/layout/process4"/>
    <dgm:cxn modelId="{B5FA4985-F62E-41B2-A1E7-78B505A8548D}" srcId="{44CDB37B-9DFF-44FA-8716-1647E2C86E24}" destId="{79513604-473C-4AA6-B587-8F8DE4E56DF5}" srcOrd="2" destOrd="0" parTransId="{B48E8B76-8DDB-4FE5-A0E2-A6AD273329C7}" sibTransId="{33882A9D-0207-4068-853B-0A44FBBC9132}"/>
    <dgm:cxn modelId="{A5B99593-3D3B-4F61-A48F-ABF8EA39CBA7}" srcId="{44CDB37B-9DFF-44FA-8716-1647E2C86E24}" destId="{22BBD863-64D9-4FC4-9ABF-823EA3AD45E0}" srcOrd="1" destOrd="0" parTransId="{C3D9E125-9088-402B-9595-4CC3AD3F6444}" sibTransId="{37C42A8E-6C0D-4BEF-A635-DB1B4CE3A1D0}"/>
    <dgm:cxn modelId="{7EBB59B2-D422-407C-A3BC-EEAB393830DA}" type="presOf" srcId="{9ADF4940-58B2-4183-AFC3-F19D5961E3ED}" destId="{7A4D10DD-1F38-4B95-B4F1-FE9365AFE5CC}" srcOrd="0" destOrd="0" presId="urn:microsoft.com/office/officeart/2005/8/layout/process4"/>
    <dgm:cxn modelId="{4CEB49B7-C2B2-42B8-80D7-410C850C0CEB}" type="presOf" srcId="{22BBD863-64D9-4FC4-9ABF-823EA3AD45E0}" destId="{012B2306-595B-4643-9C18-9183DE711F51}" srcOrd="0" destOrd="0" presId="urn:microsoft.com/office/officeart/2005/8/layout/process4"/>
    <dgm:cxn modelId="{9F4A44DE-6635-40E8-974A-B8070762496C}" srcId="{44CDB37B-9DFF-44FA-8716-1647E2C86E24}" destId="{3BBE50A3-61D3-465B-AC8C-B565A8167E46}" srcOrd="4" destOrd="0" parTransId="{A40FD324-54B5-4934-819F-EB9EFD169556}" sibTransId="{0C159D6C-2BA7-45BA-8C48-26E6C641E04C}"/>
    <dgm:cxn modelId="{0A0F1CFF-5E87-4904-9985-502FDB25BC65}" type="presOf" srcId="{44CDB37B-9DFF-44FA-8716-1647E2C86E24}" destId="{5542D6F0-543C-4D81-A20C-238FC713B880}" srcOrd="0" destOrd="0" presId="urn:microsoft.com/office/officeart/2005/8/layout/process4"/>
    <dgm:cxn modelId="{9394E376-287B-4249-B344-1B0D56584B61}" type="presParOf" srcId="{5542D6F0-543C-4D81-A20C-238FC713B880}" destId="{587B2B6F-F668-48FE-B3B3-7D1BA3426B49}" srcOrd="0" destOrd="0" presId="urn:microsoft.com/office/officeart/2005/8/layout/process4"/>
    <dgm:cxn modelId="{D88DCF98-B593-4B03-B437-1106D243982A}" type="presParOf" srcId="{587B2B6F-F668-48FE-B3B3-7D1BA3426B49}" destId="{1EF031D4-69B8-4D08-8807-684BCBAB7963}" srcOrd="0" destOrd="0" presId="urn:microsoft.com/office/officeart/2005/8/layout/process4"/>
    <dgm:cxn modelId="{C9183B38-C6E2-42FD-B239-1ABEE806BD4B}" type="presParOf" srcId="{5542D6F0-543C-4D81-A20C-238FC713B880}" destId="{DF7DB8D3-9ABA-40C3-9089-2FE2DD0B1022}" srcOrd="1" destOrd="0" presId="urn:microsoft.com/office/officeart/2005/8/layout/process4"/>
    <dgm:cxn modelId="{BFD0F23E-C640-44A4-9BB3-39D7ED616460}" type="presParOf" srcId="{5542D6F0-543C-4D81-A20C-238FC713B880}" destId="{90A71D78-904B-4349-937F-3E8E30A7B19A}" srcOrd="2" destOrd="0" presId="urn:microsoft.com/office/officeart/2005/8/layout/process4"/>
    <dgm:cxn modelId="{3FA5D1C1-EB91-4E0C-B1CA-1C4D5A8C4C70}" type="presParOf" srcId="{90A71D78-904B-4349-937F-3E8E30A7B19A}" destId="{023A2378-5CB6-4755-8F6C-B4CA2474E8CE}" srcOrd="0" destOrd="0" presId="urn:microsoft.com/office/officeart/2005/8/layout/process4"/>
    <dgm:cxn modelId="{B4EC0633-ED4F-4419-A5E3-011D4DD78841}" type="presParOf" srcId="{5542D6F0-543C-4D81-A20C-238FC713B880}" destId="{3B430BA3-803F-4E62-A3A9-D80EAF814CA7}" srcOrd="3" destOrd="0" presId="urn:microsoft.com/office/officeart/2005/8/layout/process4"/>
    <dgm:cxn modelId="{1E8FC641-2B92-4A73-91ED-C604880F6C11}" type="presParOf" srcId="{5542D6F0-543C-4D81-A20C-238FC713B880}" destId="{4249B076-B4F3-4398-9813-1319A328A228}" srcOrd="4" destOrd="0" presId="urn:microsoft.com/office/officeart/2005/8/layout/process4"/>
    <dgm:cxn modelId="{BCA3683C-F175-4A70-85BA-F2F0D9E899E8}" type="presParOf" srcId="{4249B076-B4F3-4398-9813-1319A328A228}" destId="{C0126E71-704E-46F1-B600-09F3ED1E42F4}" srcOrd="0" destOrd="0" presId="urn:microsoft.com/office/officeart/2005/8/layout/process4"/>
    <dgm:cxn modelId="{2365190B-A917-43F3-89FB-E88F77BF10EA}" type="presParOf" srcId="{5542D6F0-543C-4D81-A20C-238FC713B880}" destId="{E1CE9CDD-4D89-4AA2-A279-982C94036934}" srcOrd="5" destOrd="0" presId="urn:microsoft.com/office/officeart/2005/8/layout/process4"/>
    <dgm:cxn modelId="{C468CB40-8755-49FE-85EE-B611773DE20A}" type="presParOf" srcId="{5542D6F0-543C-4D81-A20C-238FC713B880}" destId="{F1C30F5E-3B5E-47A1-BEFA-B1082BA0166F}" srcOrd="6" destOrd="0" presId="urn:microsoft.com/office/officeart/2005/8/layout/process4"/>
    <dgm:cxn modelId="{8CE7CA56-038C-4466-81BE-C44EFB214A9C}" type="presParOf" srcId="{F1C30F5E-3B5E-47A1-BEFA-B1082BA0166F}" destId="{012B2306-595B-4643-9C18-9183DE711F51}" srcOrd="0" destOrd="0" presId="urn:microsoft.com/office/officeart/2005/8/layout/process4"/>
    <dgm:cxn modelId="{F920D6BF-0A63-4F42-9210-C79277955940}" type="presParOf" srcId="{5542D6F0-543C-4D81-A20C-238FC713B880}" destId="{1BCB8898-DBD3-4CA9-93F8-8E9D01351DC4}" srcOrd="7" destOrd="0" presId="urn:microsoft.com/office/officeart/2005/8/layout/process4"/>
    <dgm:cxn modelId="{7B2C5B5D-C053-4848-87F5-82B391149146}" type="presParOf" srcId="{5542D6F0-543C-4D81-A20C-238FC713B880}" destId="{7A11AC4C-1A08-4EA7-B023-8FB7C96F1DA4}" srcOrd="8" destOrd="0" presId="urn:microsoft.com/office/officeart/2005/8/layout/process4"/>
    <dgm:cxn modelId="{0AF26D08-E5A4-4451-8723-5ABF4B13DDE2}" type="presParOf" srcId="{7A11AC4C-1A08-4EA7-B023-8FB7C96F1DA4}" destId="{7A4D10DD-1F38-4B95-B4F1-FE9365AFE5CC}" srcOrd="0" destOrd="0" presId="urn:microsoft.com/office/officeart/2005/8/layout/process4"/>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97A6872-F3C7-4694-98EE-5C15816D2CF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20A535C-3059-4E5F-8651-D6D054D7F62A}">
      <dgm:prSet/>
      <dgm:spPr/>
      <dgm:t>
        <a:bodyPr/>
        <a:lstStyle/>
        <a:p>
          <a:r>
            <a:rPr lang="en-US" dirty="0"/>
            <a:t>User Interface</a:t>
          </a:r>
        </a:p>
      </dgm:t>
    </dgm:pt>
    <dgm:pt modelId="{550B748E-059D-4071-AE0F-BC2C5E37C117}" type="parTrans" cxnId="{3A6ECA9D-A80E-42BB-9E1F-66F7D04D5453}">
      <dgm:prSet/>
      <dgm:spPr/>
      <dgm:t>
        <a:bodyPr/>
        <a:lstStyle/>
        <a:p>
          <a:endParaRPr lang="en-US"/>
        </a:p>
      </dgm:t>
    </dgm:pt>
    <dgm:pt modelId="{0116581C-25C4-4AA3-B87D-121B77CFD5E4}" type="sibTrans" cxnId="{3A6ECA9D-A80E-42BB-9E1F-66F7D04D5453}">
      <dgm:prSet/>
      <dgm:spPr/>
      <dgm:t>
        <a:bodyPr/>
        <a:lstStyle/>
        <a:p>
          <a:endParaRPr lang="en-US"/>
        </a:p>
      </dgm:t>
    </dgm:pt>
    <dgm:pt modelId="{7F657C2D-1B26-4CFB-9CC0-ABEC944032F3}">
      <dgm:prSet/>
      <dgm:spPr/>
      <dgm:t>
        <a:bodyPr/>
        <a:lstStyle/>
        <a:p>
          <a:r>
            <a:rPr lang="en-US" dirty="0"/>
            <a:t>1. Framework Used: Streamlit – a fast and intuitive way to build interactive web apps in Python.</a:t>
          </a:r>
        </a:p>
      </dgm:t>
    </dgm:pt>
    <dgm:pt modelId="{73BE72D4-920A-4BC4-9E6E-B0E08FF27987}" type="parTrans" cxnId="{05D48487-DC40-42D0-8E8D-FD3618910415}">
      <dgm:prSet/>
      <dgm:spPr/>
      <dgm:t>
        <a:bodyPr/>
        <a:lstStyle/>
        <a:p>
          <a:endParaRPr lang="en-US"/>
        </a:p>
      </dgm:t>
    </dgm:pt>
    <dgm:pt modelId="{C093211A-CD29-45EB-8699-D07C83C6DBEA}" type="sibTrans" cxnId="{05D48487-DC40-42D0-8E8D-FD3618910415}">
      <dgm:prSet/>
      <dgm:spPr/>
      <dgm:t>
        <a:bodyPr/>
        <a:lstStyle/>
        <a:p>
          <a:endParaRPr lang="en-US"/>
        </a:p>
      </dgm:t>
    </dgm:pt>
    <dgm:pt modelId="{B9CAE900-86EE-4362-8EAD-6788333FE844}">
      <dgm:prSet/>
      <dgm:spPr/>
      <dgm:t>
        <a:bodyPr/>
        <a:lstStyle/>
        <a:p>
          <a:r>
            <a:rPr lang="en-US" dirty="0"/>
            <a:t>2. Design Philosophy: Minimalistic and responsive UI focused on use experience and simplicity.</a:t>
          </a:r>
        </a:p>
      </dgm:t>
    </dgm:pt>
    <dgm:pt modelId="{A8D142CE-11E8-499E-87AC-6AE9EF467599}" type="parTrans" cxnId="{0C5AD9A9-EF67-4503-A2F3-0A6C36B79AE2}">
      <dgm:prSet/>
      <dgm:spPr/>
      <dgm:t>
        <a:bodyPr/>
        <a:lstStyle/>
        <a:p>
          <a:endParaRPr lang="en-US"/>
        </a:p>
      </dgm:t>
    </dgm:pt>
    <dgm:pt modelId="{E95735BC-0D10-4855-A869-3BD2A4DFDEB8}" type="sibTrans" cxnId="{0C5AD9A9-EF67-4503-A2F3-0A6C36B79AE2}">
      <dgm:prSet/>
      <dgm:spPr/>
      <dgm:t>
        <a:bodyPr/>
        <a:lstStyle/>
        <a:p>
          <a:endParaRPr lang="en-US"/>
        </a:p>
      </dgm:t>
    </dgm:pt>
    <dgm:pt modelId="{CCE7852F-C960-4971-A246-1F09264F322D}">
      <dgm:prSet/>
      <dgm:spPr/>
      <dgm:t>
        <a:bodyPr/>
        <a:lstStyle/>
        <a:p>
          <a:r>
            <a:rPr lang="en-US" dirty="0"/>
            <a:t>3. Interactive song selection: Dropdown menu for choosing song from the dataset.</a:t>
          </a:r>
        </a:p>
      </dgm:t>
    </dgm:pt>
    <dgm:pt modelId="{69A134F0-0FF1-4BF9-AEF1-5700A3CE4049}" type="parTrans" cxnId="{5140C707-D0D5-457E-90EF-F22C7981AC77}">
      <dgm:prSet/>
      <dgm:spPr/>
      <dgm:t>
        <a:bodyPr/>
        <a:lstStyle/>
        <a:p>
          <a:endParaRPr lang="en-US"/>
        </a:p>
      </dgm:t>
    </dgm:pt>
    <dgm:pt modelId="{310C71F3-F423-4780-8699-88D4A5E9815B}" type="sibTrans" cxnId="{5140C707-D0D5-457E-90EF-F22C7981AC77}">
      <dgm:prSet/>
      <dgm:spPr/>
      <dgm:t>
        <a:bodyPr/>
        <a:lstStyle/>
        <a:p>
          <a:endParaRPr lang="en-US"/>
        </a:p>
      </dgm:t>
    </dgm:pt>
    <dgm:pt modelId="{91F91F23-4369-4FCE-88C1-FACBC9DA24D3}">
      <dgm:prSet/>
      <dgm:spPr/>
      <dgm:t>
        <a:bodyPr/>
        <a:lstStyle/>
        <a:p>
          <a:r>
            <a:rPr lang="en-US" dirty="0"/>
            <a:t>4. Theme Toggle: Light and Dark mode enhances user comfort.</a:t>
          </a:r>
        </a:p>
      </dgm:t>
    </dgm:pt>
    <dgm:pt modelId="{B746EE69-90F3-4DBA-BA13-B4735B8FF632}" type="parTrans" cxnId="{67C8B57B-0405-441E-96F6-FA953755C3F9}">
      <dgm:prSet/>
      <dgm:spPr/>
      <dgm:t>
        <a:bodyPr/>
        <a:lstStyle/>
        <a:p>
          <a:endParaRPr lang="en-US"/>
        </a:p>
      </dgm:t>
    </dgm:pt>
    <dgm:pt modelId="{DADC8E6E-E71C-4F53-9A17-EA84D1B54CF7}" type="sibTrans" cxnId="{67C8B57B-0405-441E-96F6-FA953755C3F9}">
      <dgm:prSet/>
      <dgm:spPr/>
      <dgm:t>
        <a:bodyPr/>
        <a:lstStyle/>
        <a:p>
          <a:endParaRPr lang="en-US"/>
        </a:p>
      </dgm:t>
    </dgm:pt>
    <dgm:pt modelId="{E5A624F9-E574-47E1-A356-0CAD5A320B9C}" type="pres">
      <dgm:prSet presAssocID="{397A6872-F3C7-4694-98EE-5C15816D2CFA}" presName="linear" presStyleCnt="0">
        <dgm:presLayoutVars>
          <dgm:animLvl val="lvl"/>
          <dgm:resizeHandles val="exact"/>
        </dgm:presLayoutVars>
      </dgm:prSet>
      <dgm:spPr/>
    </dgm:pt>
    <dgm:pt modelId="{E814D7FA-1D8D-44BD-AE4D-AFA6DE036107}" type="pres">
      <dgm:prSet presAssocID="{220A535C-3059-4E5F-8651-D6D054D7F62A}" presName="parentText" presStyleLbl="node1" presStyleIdx="0" presStyleCnt="5">
        <dgm:presLayoutVars>
          <dgm:chMax val="0"/>
          <dgm:bulletEnabled val="1"/>
        </dgm:presLayoutVars>
      </dgm:prSet>
      <dgm:spPr/>
    </dgm:pt>
    <dgm:pt modelId="{6B12B271-E780-408D-BFE4-74F448BF5082}" type="pres">
      <dgm:prSet presAssocID="{0116581C-25C4-4AA3-B87D-121B77CFD5E4}" presName="spacer" presStyleCnt="0"/>
      <dgm:spPr/>
    </dgm:pt>
    <dgm:pt modelId="{1F76E1AB-3052-4059-80D7-5933AEF80E67}" type="pres">
      <dgm:prSet presAssocID="{7F657C2D-1B26-4CFB-9CC0-ABEC944032F3}" presName="parentText" presStyleLbl="node1" presStyleIdx="1" presStyleCnt="5">
        <dgm:presLayoutVars>
          <dgm:chMax val="0"/>
          <dgm:bulletEnabled val="1"/>
        </dgm:presLayoutVars>
      </dgm:prSet>
      <dgm:spPr/>
    </dgm:pt>
    <dgm:pt modelId="{5DFC2D57-A5DF-4721-810F-858F4ED051B0}" type="pres">
      <dgm:prSet presAssocID="{C093211A-CD29-45EB-8699-D07C83C6DBEA}" presName="spacer" presStyleCnt="0"/>
      <dgm:spPr/>
    </dgm:pt>
    <dgm:pt modelId="{41B89B03-32F9-4B3D-94A0-0F84B6819F24}" type="pres">
      <dgm:prSet presAssocID="{B9CAE900-86EE-4362-8EAD-6788333FE844}" presName="parentText" presStyleLbl="node1" presStyleIdx="2" presStyleCnt="5">
        <dgm:presLayoutVars>
          <dgm:chMax val="0"/>
          <dgm:bulletEnabled val="1"/>
        </dgm:presLayoutVars>
      </dgm:prSet>
      <dgm:spPr/>
    </dgm:pt>
    <dgm:pt modelId="{81340EA0-36FF-4A6E-991B-AFCE120F0548}" type="pres">
      <dgm:prSet presAssocID="{E95735BC-0D10-4855-A869-3BD2A4DFDEB8}" presName="spacer" presStyleCnt="0"/>
      <dgm:spPr/>
    </dgm:pt>
    <dgm:pt modelId="{0F90F11B-4F9D-4B3C-B119-96524040292B}" type="pres">
      <dgm:prSet presAssocID="{CCE7852F-C960-4971-A246-1F09264F322D}" presName="parentText" presStyleLbl="node1" presStyleIdx="3" presStyleCnt="5">
        <dgm:presLayoutVars>
          <dgm:chMax val="0"/>
          <dgm:bulletEnabled val="1"/>
        </dgm:presLayoutVars>
      </dgm:prSet>
      <dgm:spPr/>
    </dgm:pt>
    <dgm:pt modelId="{11089B6F-9BEA-42E0-8C2A-62A47C5C2D6C}" type="pres">
      <dgm:prSet presAssocID="{310C71F3-F423-4780-8699-88D4A5E9815B}" presName="spacer" presStyleCnt="0"/>
      <dgm:spPr/>
    </dgm:pt>
    <dgm:pt modelId="{1BD5E557-408D-41A3-8FBF-1844FD3DF8A6}" type="pres">
      <dgm:prSet presAssocID="{91F91F23-4369-4FCE-88C1-FACBC9DA24D3}" presName="parentText" presStyleLbl="node1" presStyleIdx="4" presStyleCnt="5">
        <dgm:presLayoutVars>
          <dgm:chMax val="0"/>
          <dgm:bulletEnabled val="1"/>
        </dgm:presLayoutVars>
      </dgm:prSet>
      <dgm:spPr/>
    </dgm:pt>
  </dgm:ptLst>
  <dgm:cxnLst>
    <dgm:cxn modelId="{5140C707-D0D5-457E-90EF-F22C7981AC77}" srcId="{397A6872-F3C7-4694-98EE-5C15816D2CFA}" destId="{CCE7852F-C960-4971-A246-1F09264F322D}" srcOrd="3" destOrd="0" parTransId="{69A134F0-0FF1-4BF9-AEF1-5700A3CE4049}" sibTransId="{310C71F3-F423-4780-8699-88D4A5E9815B}"/>
    <dgm:cxn modelId="{BCE5E05B-A599-4CAB-8EE5-A66BD1B92B15}" type="presOf" srcId="{B9CAE900-86EE-4362-8EAD-6788333FE844}" destId="{41B89B03-32F9-4B3D-94A0-0F84B6819F24}" srcOrd="0" destOrd="0" presId="urn:microsoft.com/office/officeart/2005/8/layout/vList2"/>
    <dgm:cxn modelId="{85FEA14E-D3AE-4A36-B812-75DD089DAC9E}" type="presOf" srcId="{397A6872-F3C7-4694-98EE-5C15816D2CFA}" destId="{E5A624F9-E574-47E1-A356-0CAD5A320B9C}" srcOrd="0" destOrd="0" presId="urn:microsoft.com/office/officeart/2005/8/layout/vList2"/>
    <dgm:cxn modelId="{67C8B57B-0405-441E-96F6-FA953755C3F9}" srcId="{397A6872-F3C7-4694-98EE-5C15816D2CFA}" destId="{91F91F23-4369-4FCE-88C1-FACBC9DA24D3}" srcOrd="4" destOrd="0" parTransId="{B746EE69-90F3-4DBA-BA13-B4735B8FF632}" sibTransId="{DADC8E6E-E71C-4F53-9A17-EA84D1B54CF7}"/>
    <dgm:cxn modelId="{05D48487-DC40-42D0-8E8D-FD3618910415}" srcId="{397A6872-F3C7-4694-98EE-5C15816D2CFA}" destId="{7F657C2D-1B26-4CFB-9CC0-ABEC944032F3}" srcOrd="1" destOrd="0" parTransId="{73BE72D4-920A-4BC4-9E6E-B0E08FF27987}" sibTransId="{C093211A-CD29-45EB-8699-D07C83C6DBEA}"/>
    <dgm:cxn modelId="{CB54B492-2EE7-4384-B1C7-2B86A02EBA57}" type="presOf" srcId="{91F91F23-4369-4FCE-88C1-FACBC9DA24D3}" destId="{1BD5E557-408D-41A3-8FBF-1844FD3DF8A6}" srcOrd="0" destOrd="0" presId="urn:microsoft.com/office/officeart/2005/8/layout/vList2"/>
    <dgm:cxn modelId="{3A6ECA9D-A80E-42BB-9E1F-66F7D04D5453}" srcId="{397A6872-F3C7-4694-98EE-5C15816D2CFA}" destId="{220A535C-3059-4E5F-8651-D6D054D7F62A}" srcOrd="0" destOrd="0" parTransId="{550B748E-059D-4071-AE0F-BC2C5E37C117}" sibTransId="{0116581C-25C4-4AA3-B87D-121B77CFD5E4}"/>
    <dgm:cxn modelId="{F91815A1-203D-4F61-80F6-D02551BB86C3}" type="presOf" srcId="{220A535C-3059-4E5F-8651-D6D054D7F62A}" destId="{E814D7FA-1D8D-44BD-AE4D-AFA6DE036107}" srcOrd="0" destOrd="0" presId="urn:microsoft.com/office/officeart/2005/8/layout/vList2"/>
    <dgm:cxn modelId="{9AA614A6-3240-44FF-85CC-6302A5DEBCD8}" type="presOf" srcId="{CCE7852F-C960-4971-A246-1F09264F322D}" destId="{0F90F11B-4F9D-4B3C-B119-96524040292B}" srcOrd="0" destOrd="0" presId="urn:microsoft.com/office/officeart/2005/8/layout/vList2"/>
    <dgm:cxn modelId="{0C5AD9A9-EF67-4503-A2F3-0A6C36B79AE2}" srcId="{397A6872-F3C7-4694-98EE-5C15816D2CFA}" destId="{B9CAE900-86EE-4362-8EAD-6788333FE844}" srcOrd="2" destOrd="0" parTransId="{A8D142CE-11E8-499E-87AC-6AE9EF467599}" sibTransId="{E95735BC-0D10-4855-A869-3BD2A4DFDEB8}"/>
    <dgm:cxn modelId="{DE98CBAB-9857-4ABA-B765-2BEDECC5E19C}" type="presOf" srcId="{7F657C2D-1B26-4CFB-9CC0-ABEC944032F3}" destId="{1F76E1AB-3052-4059-80D7-5933AEF80E67}" srcOrd="0" destOrd="0" presId="urn:microsoft.com/office/officeart/2005/8/layout/vList2"/>
    <dgm:cxn modelId="{579F5806-023D-489E-84B5-439CCF2DA521}" type="presParOf" srcId="{E5A624F9-E574-47E1-A356-0CAD5A320B9C}" destId="{E814D7FA-1D8D-44BD-AE4D-AFA6DE036107}" srcOrd="0" destOrd="0" presId="urn:microsoft.com/office/officeart/2005/8/layout/vList2"/>
    <dgm:cxn modelId="{0EF1828A-1C18-4A5C-90DB-2F368ABA120D}" type="presParOf" srcId="{E5A624F9-E574-47E1-A356-0CAD5A320B9C}" destId="{6B12B271-E780-408D-BFE4-74F448BF5082}" srcOrd="1" destOrd="0" presId="urn:microsoft.com/office/officeart/2005/8/layout/vList2"/>
    <dgm:cxn modelId="{DFE775D4-4060-4397-BAE5-FE1663AE46F5}" type="presParOf" srcId="{E5A624F9-E574-47E1-A356-0CAD5A320B9C}" destId="{1F76E1AB-3052-4059-80D7-5933AEF80E67}" srcOrd="2" destOrd="0" presId="urn:microsoft.com/office/officeart/2005/8/layout/vList2"/>
    <dgm:cxn modelId="{07E21FCE-466A-4656-91E9-8D011DB4B206}" type="presParOf" srcId="{E5A624F9-E574-47E1-A356-0CAD5A320B9C}" destId="{5DFC2D57-A5DF-4721-810F-858F4ED051B0}" srcOrd="3" destOrd="0" presId="urn:microsoft.com/office/officeart/2005/8/layout/vList2"/>
    <dgm:cxn modelId="{9D5805F2-281A-4C3E-9591-3CA386297291}" type="presParOf" srcId="{E5A624F9-E574-47E1-A356-0CAD5A320B9C}" destId="{41B89B03-32F9-4B3D-94A0-0F84B6819F24}" srcOrd="4" destOrd="0" presId="urn:microsoft.com/office/officeart/2005/8/layout/vList2"/>
    <dgm:cxn modelId="{30B01A50-3256-403A-9DB4-09E2A16C4431}" type="presParOf" srcId="{E5A624F9-E574-47E1-A356-0CAD5A320B9C}" destId="{81340EA0-36FF-4A6E-991B-AFCE120F0548}" srcOrd="5" destOrd="0" presId="urn:microsoft.com/office/officeart/2005/8/layout/vList2"/>
    <dgm:cxn modelId="{9B995F0F-3662-4C8A-91BF-941F2542207D}" type="presParOf" srcId="{E5A624F9-E574-47E1-A356-0CAD5A320B9C}" destId="{0F90F11B-4F9D-4B3C-B119-96524040292B}" srcOrd="6" destOrd="0" presId="urn:microsoft.com/office/officeart/2005/8/layout/vList2"/>
    <dgm:cxn modelId="{7C1375A6-BEC8-4BC2-95A1-79841D94F299}" type="presParOf" srcId="{E5A624F9-E574-47E1-A356-0CAD5A320B9C}" destId="{11089B6F-9BEA-42E0-8C2A-62A47C5C2D6C}" srcOrd="7" destOrd="0" presId="urn:microsoft.com/office/officeart/2005/8/layout/vList2"/>
    <dgm:cxn modelId="{C4577211-1210-4776-B6B1-17A53326AC24}" type="presParOf" srcId="{E5A624F9-E574-47E1-A356-0CAD5A320B9C}" destId="{1BD5E557-408D-41A3-8FBF-1844FD3DF8A6}"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4F988B-B00C-4D09-BC4D-F57E0D99DAAE}">
      <dsp:nvSpPr>
        <dsp:cNvPr id="0" name=""/>
        <dsp:cNvSpPr/>
      </dsp:nvSpPr>
      <dsp:spPr>
        <a:xfrm>
          <a:off x="268012" y="185568"/>
          <a:ext cx="1368756" cy="136875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9385D4-65D0-4B00-9623-4A011BEB519A}">
      <dsp:nvSpPr>
        <dsp:cNvPr id="0" name=""/>
        <dsp:cNvSpPr/>
      </dsp:nvSpPr>
      <dsp:spPr>
        <a:xfrm>
          <a:off x="563404" y="470310"/>
          <a:ext cx="793878" cy="7938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C21E0DB-DC6C-4C0D-9F53-5EDB8317A43B}">
      <dsp:nvSpPr>
        <dsp:cNvPr id="0" name=""/>
        <dsp:cNvSpPr/>
      </dsp:nvSpPr>
      <dsp:spPr>
        <a:xfrm>
          <a:off x="1938026" y="182871"/>
          <a:ext cx="3226354" cy="1368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b="1" kern="1200" dirty="0"/>
            <a:t>Content-based filtering is a recommendation technique that suggests items (like songs, movies, etc.) that are similar to items that a user liked in the past.</a:t>
          </a:r>
        </a:p>
      </dsp:txBody>
      <dsp:txXfrm>
        <a:off x="1938026" y="182871"/>
        <a:ext cx="3226354" cy="1368756"/>
      </dsp:txXfrm>
    </dsp:sp>
    <dsp:sp modelId="{9C27344C-2DB9-4DBA-8371-4F953D275FB6}">
      <dsp:nvSpPr>
        <dsp:cNvPr id="0" name=""/>
        <dsp:cNvSpPr/>
      </dsp:nvSpPr>
      <dsp:spPr>
        <a:xfrm>
          <a:off x="5726548" y="182871"/>
          <a:ext cx="1368756" cy="136875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B33B56-9268-4E79-A33D-3E01B2C57891}">
      <dsp:nvSpPr>
        <dsp:cNvPr id="0" name=""/>
        <dsp:cNvSpPr/>
      </dsp:nvSpPr>
      <dsp:spPr>
        <a:xfrm>
          <a:off x="6013987" y="470310"/>
          <a:ext cx="793878" cy="7938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BCB0790-B811-472A-A0BC-71ABE726841D}">
      <dsp:nvSpPr>
        <dsp:cNvPr id="0" name=""/>
        <dsp:cNvSpPr/>
      </dsp:nvSpPr>
      <dsp:spPr>
        <a:xfrm>
          <a:off x="7364766" y="103360"/>
          <a:ext cx="3226354" cy="1368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b="1" kern="1200" dirty="0"/>
            <a:t>When generating recommendations, the system compares the features of all available unrated items against the user's preferences.</a:t>
          </a:r>
        </a:p>
      </dsp:txBody>
      <dsp:txXfrm>
        <a:off x="7364766" y="103360"/>
        <a:ext cx="3226354" cy="1368756"/>
      </dsp:txXfrm>
    </dsp:sp>
    <dsp:sp modelId="{CDD72C5D-3AE2-488E-ADB7-F26F868D31F5}">
      <dsp:nvSpPr>
        <dsp:cNvPr id="0" name=""/>
        <dsp:cNvSpPr/>
      </dsp:nvSpPr>
      <dsp:spPr>
        <a:xfrm>
          <a:off x="275965" y="2187234"/>
          <a:ext cx="1368756" cy="136875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B16907-3F75-4438-8CB1-FE2648D0E6D1}">
      <dsp:nvSpPr>
        <dsp:cNvPr id="0" name=""/>
        <dsp:cNvSpPr/>
      </dsp:nvSpPr>
      <dsp:spPr>
        <a:xfrm>
          <a:off x="563404" y="2474673"/>
          <a:ext cx="793878" cy="79387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E6D1DC-D1FB-4D97-A3DC-41EB4EC776F5}">
      <dsp:nvSpPr>
        <dsp:cNvPr id="0" name=""/>
        <dsp:cNvSpPr/>
      </dsp:nvSpPr>
      <dsp:spPr>
        <a:xfrm>
          <a:off x="1938026" y="2187234"/>
          <a:ext cx="3226354" cy="1368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b="1" kern="1200" dirty="0"/>
            <a:t>It uses metrics like cosine similarity to mathematically determine how closely a new item's features match the user's established preferences.</a:t>
          </a:r>
        </a:p>
      </dsp:txBody>
      <dsp:txXfrm>
        <a:off x="1938026" y="2187234"/>
        <a:ext cx="3226354" cy="1368756"/>
      </dsp:txXfrm>
    </dsp:sp>
    <dsp:sp modelId="{6CD6F598-E836-47F6-9A0E-3332E39ABB81}">
      <dsp:nvSpPr>
        <dsp:cNvPr id="0" name=""/>
        <dsp:cNvSpPr/>
      </dsp:nvSpPr>
      <dsp:spPr>
        <a:xfrm>
          <a:off x="5726548" y="2187234"/>
          <a:ext cx="1368756" cy="136875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F2A852-6937-46AE-9215-1EAA5B5B909C}">
      <dsp:nvSpPr>
        <dsp:cNvPr id="0" name=""/>
        <dsp:cNvSpPr/>
      </dsp:nvSpPr>
      <dsp:spPr>
        <a:xfrm>
          <a:off x="6013987" y="2474673"/>
          <a:ext cx="793878" cy="79387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3E0280A-91B6-4ADD-8798-F5E8AAD3798E}">
      <dsp:nvSpPr>
        <dsp:cNvPr id="0" name=""/>
        <dsp:cNvSpPr/>
      </dsp:nvSpPr>
      <dsp:spPr>
        <a:xfrm>
          <a:off x="7380672" y="2052056"/>
          <a:ext cx="3226354" cy="1368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b="1" kern="1200" dirty="0"/>
            <a:t>The items with the highest similarity score to the user's profile are the ones recommended.</a:t>
          </a:r>
        </a:p>
      </dsp:txBody>
      <dsp:txXfrm>
        <a:off x="7380672" y="2052056"/>
        <a:ext cx="3226354" cy="13687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A326E8-22A9-4A04-B386-55F0DA191512}">
      <dsp:nvSpPr>
        <dsp:cNvPr id="0" name=""/>
        <dsp:cNvSpPr/>
      </dsp:nvSpPr>
      <dsp:spPr>
        <a:xfrm>
          <a:off x="2071" y="57665"/>
          <a:ext cx="4212995" cy="2799733"/>
        </a:xfrm>
        <a:prstGeom prst="roundRect">
          <a:avLst>
            <a:gd name="adj" fmla="val 10000"/>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1C49A5FD-D3FB-45DF-8F9D-F3A1A8285357}">
      <dsp:nvSpPr>
        <dsp:cNvPr id="0" name=""/>
        <dsp:cNvSpPr/>
      </dsp:nvSpPr>
      <dsp:spPr>
        <a:xfrm>
          <a:off x="433048" y="467094"/>
          <a:ext cx="4212995" cy="2799733"/>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Dataset: Bollywood_Songs (2017-2023) This dataset contains information about Bollywood songs including song names, singers, album names, release years, </a:t>
          </a:r>
          <a:r>
            <a:rPr lang="en-US" sz="2300" b="0" kern="1200" dirty="0"/>
            <a:t>lyrics and thumbnails </a:t>
          </a:r>
          <a:r>
            <a:rPr lang="en-US" sz="2300" kern="1200" dirty="0"/>
            <a:t>collected from various sources. </a:t>
          </a:r>
        </a:p>
      </dsp:txBody>
      <dsp:txXfrm>
        <a:off x="515049" y="549095"/>
        <a:ext cx="4048993" cy="2635731"/>
      </dsp:txXfrm>
    </dsp:sp>
    <dsp:sp modelId="{427B774E-8014-454C-8FBB-3E034CD2C9C7}">
      <dsp:nvSpPr>
        <dsp:cNvPr id="0" name=""/>
        <dsp:cNvSpPr/>
      </dsp:nvSpPr>
      <dsp:spPr>
        <a:xfrm>
          <a:off x="5077021" y="57665"/>
          <a:ext cx="4094304" cy="2745374"/>
        </a:xfrm>
        <a:prstGeom prst="roundRect">
          <a:avLst>
            <a:gd name="adj" fmla="val 10000"/>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F585AE1B-3B31-4B00-B155-0F58B91F8544}">
      <dsp:nvSpPr>
        <dsp:cNvPr id="0" name=""/>
        <dsp:cNvSpPr/>
      </dsp:nvSpPr>
      <dsp:spPr>
        <a:xfrm>
          <a:off x="5507999" y="467094"/>
          <a:ext cx="4094304" cy="274537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Technologies Used: Python, </a:t>
          </a:r>
          <a:r>
            <a:rPr lang="en-US" sz="2300" kern="1200" dirty="0" err="1"/>
            <a:t>Jupyter</a:t>
          </a:r>
          <a:r>
            <a:rPr lang="en-US" sz="2300" kern="1200" dirty="0"/>
            <a:t> notebook, Streamlit, Spotipy, Pandas, Pickle, TfidfVectorizer, cosine_similarity</a:t>
          </a:r>
        </a:p>
      </dsp:txBody>
      <dsp:txXfrm>
        <a:off x="5588408" y="547503"/>
        <a:ext cx="3933486" cy="25845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5BC425-6BBD-4F61-8954-B96968D5BA1A}">
      <dsp:nvSpPr>
        <dsp:cNvPr id="0" name=""/>
        <dsp:cNvSpPr/>
      </dsp:nvSpPr>
      <dsp:spPr>
        <a:xfrm>
          <a:off x="0" y="2597"/>
          <a:ext cx="9604375" cy="5532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1CCF6D-7C36-48DD-A0AC-A77DB7803DCF}">
      <dsp:nvSpPr>
        <dsp:cNvPr id="0" name=""/>
        <dsp:cNvSpPr/>
      </dsp:nvSpPr>
      <dsp:spPr>
        <a:xfrm>
          <a:off x="167348" y="127070"/>
          <a:ext cx="304269" cy="3042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3A28C3-1C41-43CE-8E59-2825B8196471}">
      <dsp:nvSpPr>
        <dsp:cNvPr id="0" name=""/>
        <dsp:cNvSpPr/>
      </dsp:nvSpPr>
      <dsp:spPr>
        <a:xfrm>
          <a:off x="638965" y="2597"/>
          <a:ext cx="8965409" cy="5532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549" tIns="58549" rIns="58549" bIns="58549" numCol="1" spcCol="1270" anchor="ctr" anchorCtr="0">
          <a:noAutofit/>
        </a:bodyPr>
        <a:lstStyle/>
        <a:p>
          <a:pPr marL="0" lvl="0" indent="0" algn="l" defTabSz="844550">
            <a:lnSpc>
              <a:spcPct val="100000"/>
            </a:lnSpc>
            <a:spcBef>
              <a:spcPct val="0"/>
            </a:spcBef>
            <a:spcAft>
              <a:spcPct val="35000"/>
            </a:spcAft>
            <a:buNone/>
          </a:pPr>
          <a:r>
            <a:rPr lang="en-US" sz="1900" kern="1200" dirty="0"/>
            <a:t>Intelligent Song Recommendation</a:t>
          </a:r>
        </a:p>
      </dsp:txBody>
      <dsp:txXfrm>
        <a:off x="638965" y="2597"/>
        <a:ext cx="8965409" cy="553216"/>
      </dsp:txXfrm>
    </dsp:sp>
    <dsp:sp modelId="{D82C5ED5-F72D-48AD-8940-5F00BC20FB5F}">
      <dsp:nvSpPr>
        <dsp:cNvPr id="0" name=""/>
        <dsp:cNvSpPr/>
      </dsp:nvSpPr>
      <dsp:spPr>
        <a:xfrm>
          <a:off x="0" y="694117"/>
          <a:ext cx="9604375" cy="5532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EDFF48-C333-4B1B-84B3-64DD0B6C651C}">
      <dsp:nvSpPr>
        <dsp:cNvPr id="0" name=""/>
        <dsp:cNvSpPr/>
      </dsp:nvSpPr>
      <dsp:spPr>
        <a:xfrm>
          <a:off x="167348" y="818591"/>
          <a:ext cx="304269" cy="3042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10F4F1A-0B10-4459-81F2-32AF12253574}">
      <dsp:nvSpPr>
        <dsp:cNvPr id="0" name=""/>
        <dsp:cNvSpPr/>
      </dsp:nvSpPr>
      <dsp:spPr>
        <a:xfrm>
          <a:off x="638965" y="694117"/>
          <a:ext cx="8965409" cy="5532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549" tIns="58549" rIns="58549" bIns="58549" numCol="1" spcCol="1270" anchor="ctr" anchorCtr="0">
          <a:noAutofit/>
        </a:bodyPr>
        <a:lstStyle/>
        <a:p>
          <a:pPr marL="0" lvl="0" indent="0" algn="l" defTabSz="844550">
            <a:lnSpc>
              <a:spcPct val="100000"/>
            </a:lnSpc>
            <a:spcBef>
              <a:spcPct val="0"/>
            </a:spcBef>
            <a:spcAft>
              <a:spcPct val="35000"/>
            </a:spcAft>
            <a:buNone/>
          </a:pPr>
          <a:r>
            <a:rPr lang="en-US" sz="1900" kern="1200" dirty="0"/>
            <a:t>Dynamic UI and Theme Toggle</a:t>
          </a:r>
        </a:p>
      </dsp:txBody>
      <dsp:txXfrm>
        <a:off x="638965" y="694117"/>
        <a:ext cx="8965409" cy="553216"/>
      </dsp:txXfrm>
    </dsp:sp>
    <dsp:sp modelId="{7615ED9A-932B-4365-A612-15F37E750F89}">
      <dsp:nvSpPr>
        <dsp:cNvPr id="0" name=""/>
        <dsp:cNvSpPr/>
      </dsp:nvSpPr>
      <dsp:spPr>
        <a:xfrm>
          <a:off x="0" y="1385638"/>
          <a:ext cx="9604375" cy="5532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8F1422-DBC2-4D0D-AE3F-8CF3F37A5132}">
      <dsp:nvSpPr>
        <dsp:cNvPr id="0" name=""/>
        <dsp:cNvSpPr/>
      </dsp:nvSpPr>
      <dsp:spPr>
        <a:xfrm>
          <a:off x="167348" y="1510112"/>
          <a:ext cx="304269" cy="3042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7616F4B-CCA8-41F5-8399-939C992F7FB4}">
      <dsp:nvSpPr>
        <dsp:cNvPr id="0" name=""/>
        <dsp:cNvSpPr/>
      </dsp:nvSpPr>
      <dsp:spPr>
        <a:xfrm>
          <a:off x="638965" y="1385638"/>
          <a:ext cx="8965409" cy="5532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549" tIns="58549" rIns="58549" bIns="58549" numCol="1" spcCol="1270" anchor="ctr" anchorCtr="0">
          <a:noAutofit/>
        </a:bodyPr>
        <a:lstStyle/>
        <a:p>
          <a:pPr marL="0" lvl="0" indent="0" algn="l" defTabSz="844550">
            <a:lnSpc>
              <a:spcPct val="100000"/>
            </a:lnSpc>
            <a:spcBef>
              <a:spcPct val="0"/>
            </a:spcBef>
            <a:spcAft>
              <a:spcPct val="35000"/>
            </a:spcAft>
            <a:buNone/>
          </a:pPr>
          <a:r>
            <a:rPr lang="en-US" sz="1900" kern="1200" dirty="0"/>
            <a:t>Spotify integration</a:t>
          </a:r>
        </a:p>
      </dsp:txBody>
      <dsp:txXfrm>
        <a:off x="638965" y="1385638"/>
        <a:ext cx="8965409" cy="553216"/>
      </dsp:txXfrm>
    </dsp:sp>
    <dsp:sp modelId="{52B9DE3F-799F-464C-815B-0709AB45319E}">
      <dsp:nvSpPr>
        <dsp:cNvPr id="0" name=""/>
        <dsp:cNvSpPr/>
      </dsp:nvSpPr>
      <dsp:spPr>
        <a:xfrm>
          <a:off x="0" y="2077159"/>
          <a:ext cx="9604375" cy="5532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A53AEF-425F-43BD-BDAD-BF2459D34BB7}">
      <dsp:nvSpPr>
        <dsp:cNvPr id="0" name=""/>
        <dsp:cNvSpPr/>
      </dsp:nvSpPr>
      <dsp:spPr>
        <a:xfrm>
          <a:off x="167348" y="2201633"/>
          <a:ext cx="304269" cy="30426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331149-94C1-4B37-A186-C4258C4021BD}">
      <dsp:nvSpPr>
        <dsp:cNvPr id="0" name=""/>
        <dsp:cNvSpPr/>
      </dsp:nvSpPr>
      <dsp:spPr>
        <a:xfrm>
          <a:off x="638965" y="2077159"/>
          <a:ext cx="8965409" cy="5532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549" tIns="58549" rIns="58549" bIns="58549" numCol="1" spcCol="1270" anchor="ctr" anchorCtr="0">
          <a:noAutofit/>
        </a:bodyPr>
        <a:lstStyle/>
        <a:p>
          <a:pPr marL="0" lvl="0" indent="0" algn="l" defTabSz="844550">
            <a:lnSpc>
              <a:spcPct val="100000"/>
            </a:lnSpc>
            <a:spcBef>
              <a:spcPct val="0"/>
            </a:spcBef>
            <a:spcAft>
              <a:spcPct val="35000"/>
            </a:spcAft>
            <a:buNone/>
          </a:pPr>
          <a:r>
            <a:rPr lang="en-US" sz="1900" kern="1200" dirty="0"/>
            <a:t>Visual Recommendation Cards</a:t>
          </a:r>
        </a:p>
      </dsp:txBody>
      <dsp:txXfrm>
        <a:off x="638965" y="2077159"/>
        <a:ext cx="8965409" cy="553216"/>
      </dsp:txXfrm>
    </dsp:sp>
    <dsp:sp modelId="{5274A0DB-2DCC-43C1-ADE8-C518F5AB9C4B}">
      <dsp:nvSpPr>
        <dsp:cNvPr id="0" name=""/>
        <dsp:cNvSpPr/>
      </dsp:nvSpPr>
      <dsp:spPr>
        <a:xfrm>
          <a:off x="0" y="2768680"/>
          <a:ext cx="9604375" cy="5532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D296A9-8145-4F63-9FB0-7B2FCD9BEF52}">
      <dsp:nvSpPr>
        <dsp:cNvPr id="0" name=""/>
        <dsp:cNvSpPr/>
      </dsp:nvSpPr>
      <dsp:spPr>
        <a:xfrm>
          <a:off x="167348" y="2893153"/>
          <a:ext cx="304269" cy="30426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47430B4-0461-48F8-A06C-4D1EAB57C5B0}">
      <dsp:nvSpPr>
        <dsp:cNvPr id="0" name=""/>
        <dsp:cNvSpPr/>
      </dsp:nvSpPr>
      <dsp:spPr>
        <a:xfrm>
          <a:off x="638965" y="2768680"/>
          <a:ext cx="8965409" cy="5532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549" tIns="58549" rIns="58549" bIns="58549" numCol="1" spcCol="1270" anchor="ctr" anchorCtr="0">
          <a:noAutofit/>
        </a:bodyPr>
        <a:lstStyle/>
        <a:p>
          <a:pPr marL="0" lvl="0" indent="0" algn="l" defTabSz="844550">
            <a:lnSpc>
              <a:spcPct val="100000"/>
            </a:lnSpc>
            <a:spcBef>
              <a:spcPct val="0"/>
            </a:spcBef>
            <a:spcAft>
              <a:spcPct val="35000"/>
            </a:spcAft>
            <a:buNone/>
          </a:pPr>
          <a:r>
            <a:rPr lang="en-US" sz="1900" kern="1200" dirty="0"/>
            <a:t>Fast and Lightweight Backend</a:t>
          </a:r>
        </a:p>
      </dsp:txBody>
      <dsp:txXfrm>
        <a:off x="638965" y="2768680"/>
        <a:ext cx="8965409" cy="5532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86D00A-700A-4010-B6B4-5C99A67488B6}">
      <dsp:nvSpPr>
        <dsp:cNvPr id="0" name=""/>
        <dsp:cNvSpPr/>
      </dsp:nvSpPr>
      <dsp:spPr>
        <a:xfrm>
          <a:off x="0" y="22506"/>
          <a:ext cx="10292498" cy="514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t>Data Preprocessing: </a:t>
          </a:r>
          <a:endParaRPr lang="en-US" sz="2200" kern="1200" dirty="0"/>
        </a:p>
      </dsp:txBody>
      <dsp:txXfrm>
        <a:off x="25130" y="47636"/>
        <a:ext cx="10242238" cy="464540"/>
      </dsp:txXfrm>
    </dsp:sp>
    <dsp:sp modelId="{87CBD659-EEEA-44D9-8106-E68B88694EF3}">
      <dsp:nvSpPr>
        <dsp:cNvPr id="0" name=""/>
        <dsp:cNvSpPr/>
      </dsp:nvSpPr>
      <dsp:spPr>
        <a:xfrm>
          <a:off x="0" y="600666"/>
          <a:ext cx="10292498" cy="514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1. Using only the columns of dataset that are required (music_name, singer, lyrics). </a:t>
          </a:r>
        </a:p>
      </dsp:txBody>
      <dsp:txXfrm>
        <a:off x="25130" y="625796"/>
        <a:ext cx="10242238" cy="464540"/>
      </dsp:txXfrm>
    </dsp:sp>
    <dsp:sp modelId="{CC796B59-C6E6-41B8-BE50-C52DBDE7EAB2}">
      <dsp:nvSpPr>
        <dsp:cNvPr id="0" name=""/>
        <dsp:cNvSpPr/>
      </dsp:nvSpPr>
      <dsp:spPr>
        <a:xfrm>
          <a:off x="0" y="1178826"/>
          <a:ext cx="10292498" cy="514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2. Checking for null values present in the dataset and handling them (dropna). </a:t>
          </a:r>
        </a:p>
      </dsp:txBody>
      <dsp:txXfrm>
        <a:off x="25130" y="1203956"/>
        <a:ext cx="10242238" cy="464540"/>
      </dsp:txXfrm>
    </dsp:sp>
    <dsp:sp modelId="{94985119-BC83-4B03-B228-9B62A672D6A6}">
      <dsp:nvSpPr>
        <dsp:cNvPr id="0" name=""/>
        <dsp:cNvSpPr/>
      </dsp:nvSpPr>
      <dsp:spPr>
        <a:xfrm>
          <a:off x="0" y="1756986"/>
          <a:ext cx="10292498" cy="514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3. Stemming to help reduce vocabulary size and normalize similar words.</a:t>
          </a:r>
        </a:p>
      </dsp:txBody>
      <dsp:txXfrm>
        <a:off x="25130" y="1782116"/>
        <a:ext cx="10242238" cy="464540"/>
      </dsp:txXfrm>
    </dsp:sp>
    <dsp:sp modelId="{3E8EAE46-72DE-4C53-A446-1079E3BB86AD}">
      <dsp:nvSpPr>
        <dsp:cNvPr id="0" name=""/>
        <dsp:cNvSpPr/>
      </dsp:nvSpPr>
      <dsp:spPr>
        <a:xfrm>
          <a:off x="0" y="2335146"/>
          <a:ext cx="10292498" cy="514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Example:  ‘Playing’ -&gt; ‘play’</a:t>
          </a:r>
        </a:p>
      </dsp:txBody>
      <dsp:txXfrm>
        <a:off x="25130" y="2360276"/>
        <a:ext cx="10242238" cy="464540"/>
      </dsp:txXfrm>
    </dsp:sp>
    <dsp:sp modelId="{0A82538C-ACD7-43D5-8242-9C72F79B282B}">
      <dsp:nvSpPr>
        <dsp:cNvPr id="0" name=""/>
        <dsp:cNvSpPr/>
      </dsp:nvSpPr>
      <dsp:spPr>
        <a:xfrm>
          <a:off x="0" y="2913306"/>
          <a:ext cx="10292498" cy="514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4. Tokenization to prepare text for vectorization.</a:t>
          </a:r>
        </a:p>
      </dsp:txBody>
      <dsp:txXfrm>
        <a:off x="25130" y="2938436"/>
        <a:ext cx="10242238" cy="4645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240049-2FC0-4532-8B94-BB7FBFD117F7}">
      <dsp:nvSpPr>
        <dsp:cNvPr id="0" name=""/>
        <dsp:cNvSpPr/>
      </dsp:nvSpPr>
      <dsp:spPr>
        <a:xfrm>
          <a:off x="0" y="1116"/>
          <a:ext cx="8443960" cy="4756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7ADF8D-A8A8-4FF4-B2EF-5708C8F457DE}">
      <dsp:nvSpPr>
        <dsp:cNvPr id="0" name=""/>
        <dsp:cNvSpPr/>
      </dsp:nvSpPr>
      <dsp:spPr>
        <a:xfrm>
          <a:off x="143880" y="108134"/>
          <a:ext cx="261601" cy="26160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5EE997C-D490-4E3A-926F-C86EB0DB3533}">
      <dsp:nvSpPr>
        <dsp:cNvPr id="0" name=""/>
        <dsp:cNvSpPr/>
      </dsp:nvSpPr>
      <dsp:spPr>
        <a:xfrm>
          <a:off x="549362" y="1116"/>
          <a:ext cx="7894597" cy="475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338" tIns="50338" rIns="50338" bIns="50338" numCol="1" spcCol="1270" anchor="ctr" anchorCtr="0">
          <a:noAutofit/>
        </a:bodyPr>
        <a:lstStyle/>
        <a:p>
          <a:pPr marL="0" lvl="0" indent="0" algn="l" defTabSz="711200">
            <a:lnSpc>
              <a:spcPct val="100000"/>
            </a:lnSpc>
            <a:spcBef>
              <a:spcPct val="0"/>
            </a:spcBef>
            <a:spcAft>
              <a:spcPct val="35000"/>
            </a:spcAft>
            <a:buNone/>
          </a:pPr>
          <a:r>
            <a:rPr lang="en-US" sz="1600" b="1" kern="1200" dirty="0"/>
            <a:t>Similarity Computation: </a:t>
          </a:r>
          <a:endParaRPr lang="en-US" sz="1600" kern="1200" dirty="0"/>
        </a:p>
      </dsp:txBody>
      <dsp:txXfrm>
        <a:off x="549362" y="1116"/>
        <a:ext cx="7894597" cy="475638"/>
      </dsp:txXfrm>
    </dsp:sp>
    <dsp:sp modelId="{74B9A620-754A-4DDB-A680-9F9313CD79B6}">
      <dsp:nvSpPr>
        <dsp:cNvPr id="0" name=""/>
        <dsp:cNvSpPr/>
      </dsp:nvSpPr>
      <dsp:spPr>
        <a:xfrm>
          <a:off x="0" y="595664"/>
          <a:ext cx="8443960" cy="4756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0F5BBE-BC9B-4752-B072-DB8DDC36B9E2}">
      <dsp:nvSpPr>
        <dsp:cNvPr id="0" name=""/>
        <dsp:cNvSpPr/>
      </dsp:nvSpPr>
      <dsp:spPr>
        <a:xfrm>
          <a:off x="143880" y="702683"/>
          <a:ext cx="261601" cy="26160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7B96E32-0B0C-4512-907E-340CDEB7FF17}">
      <dsp:nvSpPr>
        <dsp:cNvPr id="0" name=""/>
        <dsp:cNvSpPr/>
      </dsp:nvSpPr>
      <dsp:spPr>
        <a:xfrm>
          <a:off x="549362" y="595664"/>
          <a:ext cx="7894597" cy="475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338" tIns="50338" rIns="50338" bIns="50338" numCol="1" spcCol="1270" anchor="ctr" anchorCtr="0">
          <a:noAutofit/>
        </a:bodyPr>
        <a:lstStyle/>
        <a:p>
          <a:pPr marL="0" lvl="0" indent="0" algn="l" defTabSz="711200">
            <a:lnSpc>
              <a:spcPct val="100000"/>
            </a:lnSpc>
            <a:spcBef>
              <a:spcPct val="0"/>
            </a:spcBef>
            <a:spcAft>
              <a:spcPct val="35000"/>
            </a:spcAft>
            <a:buNone/>
          </a:pPr>
          <a:r>
            <a:rPr lang="en-US" sz="1600" kern="1200" dirty="0"/>
            <a:t>1. Vectorization of Lyrics: Used TfidVectorizer to convert lyrics into numerical vectors. </a:t>
          </a:r>
        </a:p>
      </dsp:txBody>
      <dsp:txXfrm>
        <a:off x="549362" y="595664"/>
        <a:ext cx="7894597" cy="475638"/>
      </dsp:txXfrm>
    </dsp:sp>
    <dsp:sp modelId="{B977CFC9-2797-4854-AF82-E37FB642939E}">
      <dsp:nvSpPr>
        <dsp:cNvPr id="0" name=""/>
        <dsp:cNvSpPr/>
      </dsp:nvSpPr>
      <dsp:spPr>
        <a:xfrm>
          <a:off x="0" y="1190212"/>
          <a:ext cx="8443960" cy="4756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374FA8-BC2F-45F3-BF2F-690C8AEAC114}">
      <dsp:nvSpPr>
        <dsp:cNvPr id="0" name=""/>
        <dsp:cNvSpPr/>
      </dsp:nvSpPr>
      <dsp:spPr>
        <a:xfrm>
          <a:off x="143880" y="1297231"/>
          <a:ext cx="261601" cy="26160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9611D8-159F-44E9-94DD-A5EEA33D88B4}">
      <dsp:nvSpPr>
        <dsp:cNvPr id="0" name=""/>
        <dsp:cNvSpPr/>
      </dsp:nvSpPr>
      <dsp:spPr>
        <a:xfrm>
          <a:off x="549362" y="1190212"/>
          <a:ext cx="7894597" cy="475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338" tIns="50338" rIns="50338" bIns="50338" numCol="1" spcCol="1270" anchor="ctr" anchorCtr="0">
          <a:noAutofit/>
        </a:bodyPr>
        <a:lstStyle/>
        <a:p>
          <a:pPr marL="0" lvl="0" indent="0" algn="l" defTabSz="711200">
            <a:lnSpc>
              <a:spcPct val="100000"/>
            </a:lnSpc>
            <a:spcBef>
              <a:spcPct val="0"/>
            </a:spcBef>
            <a:spcAft>
              <a:spcPct val="35000"/>
            </a:spcAft>
            <a:buNone/>
          </a:pPr>
          <a:r>
            <a:rPr lang="en-US" sz="1600" kern="1200" dirty="0"/>
            <a:t>2. Similarity Matrix:  Applied cosine_similarity to compare each song vector with other. </a:t>
          </a:r>
        </a:p>
      </dsp:txBody>
      <dsp:txXfrm>
        <a:off x="549362" y="1190212"/>
        <a:ext cx="7894597" cy="475638"/>
      </dsp:txXfrm>
    </dsp:sp>
    <dsp:sp modelId="{8C953232-2977-4555-9A60-00614D834B5B}">
      <dsp:nvSpPr>
        <dsp:cNvPr id="0" name=""/>
        <dsp:cNvSpPr/>
      </dsp:nvSpPr>
      <dsp:spPr>
        <a:xfrm>
          <a:off x="0" y="1784761"/>
          <a:ext cx="8443960" cy="4756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3A9A43-6BAD-4435-8311-131E9707553C}">
      <dsp:nvSpPr>
        <dsp:cNvPr id="0" name=""/>
        <dsp:cNvSpPr/>
      </dsp:nvSpPr>
      <dsp:spPr>
        <a:xfrm>
          <a:off x="143880" y="1891780"/>
          <a:ext cx="261601" cy="26160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06DDA0A-D615-4682-A812-31318A2A56A0}">
      <dsp:nvSpPr>
        <dsp:cNvPr id="0" name=""/>
        <dsp:cNvSpPr/>
      </dsp:nvSpPr>
      <dsp:spPr>
        <a:xfrm>
          <a:off x="549362" y="1784761"/>
          <a:ext cx="7894597" cy="475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338" tIns="50338" rIns="50338" bIns="50338" numCol="1" spcCol="1270" anchor="ctr" anchorCtr="0">
          <a:noAutofit/>
        </a:bodyPr>
        <a:lstStyle/>
        <a:p>
          <a:pPr marL="0" lvl="0" indent="0" algn="l" defTabSz="711200">
            <a:lnSpc>
              <a:spcPct val="100000"/>
            </a:lnSpc>
            <a:spcBef>
              <a:spcPct val="0"/>
            </a:spcBef>
            <a:spcAft>
              <a:spcPct val="35000"/>
            </a:spcAft>
            <a:buNone/>
          </a:pPr>
          <a:r>
            <a:rPr lang="en-US" sz="1600" kern="1200" dirty="0"/>
            <a:t>3. Recommendation Function: For a selected song, retrieved its index in the dataset. </a:t>
          </a:r>
        </a:p>
      </dsp:txBody>
      <dsp:txXfrm>
        <a:off x="549362" y="1784761"/>
        <a:ext cx="7894597" cy="475638"/>
      </dsp:txXfrm>
    </dsp:sp>
    <dsp:sp modelId="{5E368B7F-12C1-40B4-A41C-FF76FF604A7A}">
      <dsp:nvSpPr>
        <dsp:cNvPr id="0" name=""/>
        <dsp:cNvSpPr/>
      </dsp:nvSpPr>
      <dsp:spPr>
        <a:xfrm>
          <a:off x="0" y="2379309"/>
          <a:ext cx="8443960" cy="4756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CF627A-F99F-4EDB-9A37-CF6C1E348A83}">
      <dsp:nvSpPr>
        <dsp:cNvPr id="0" name=""/>
        <dsp:cNvSpPr/>
      </dsp:nvSpPr>
      <dsp:spPr>
        <a:xfrm>
          <a:off x="143880" y="2486328"/>
          <a:ext cx="261601" cy="26160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1F9F8F-6F7D-499F-855D-F8023A984B58}">
      <dsp:nvSpPr>
        <dsp:cNvPr id="0" name=""/>
        <dsp:cNvSpPr/>
      </dsp:nvSpPr>
      <dsp:spPr>
        <a:xfrm>
          <a:off x="549362" y="2379309"/>
          <a:ext cx="7894597" cy="475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338" tIns="50338" rIns="50338" bIns="50338" numCol="1" spcCol="1270" anchor="ctr" anchorCtr="0">
          <a:noAutofit/>
        </a:bodyPr>
        <a:lstStyle/>
        <a:p>
          <a:pPr marL="0" lvl="0" indent="0" algn="l" defTabSz="711200">
            <a:lnSpc>
              <a:spcPct val="100000"/>
            </a:lnSpc>
            <a:spcBef>
              <a:spcPct val="0"/>
            </a:spcBef>
            <a:spcAft>
              <a:spcPct val="35000"/>
            </a:spcAft>
            <a:buNone/>
          </a:pPr>
          <a:r>
            <a:rPr lang="en-US" sz="1600" kern="1200" dirty="0"/>
            <a:t>Sorted similarity scores to find top 5 most similar songs and returned them.</a:t>
          </a:r>
        </a:p>
      </dsp:txBody>
      <dsp:txXfrm>
        <a:off x="549362" y="2379309"/>
        <a:ext cx="7894597" cy="475638"/>
      </dsp:txXfrm>
    </dsp:sp>
    <dsp:sp modelId="{96EC2E39-3AFA-4888-9C76-0EF91D43B582}">
      <dsp:nvSpPr>
        <dsp:cNvPr id="0" name=""/>
        <dsp:cNvSpPr/>
      </dsp:nvSpPr>
      <dsp:spPr>
        <a:xfrm>
          <a:off x="0" y="2973858"/>
          <a:ext cx="8443960" cy="4756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4EC3F3-113A-495E-808E-C3D7BF9C3711}">
      <dsp:nvSpPr>
        <dsp:cNvPr id="0" name=""/>
        <dsp:cNvSpPr/>
      </dsp:nvSpPr>
      <dsp:spPr>
        <a:xfrm>
          <a:off x="143880" y="3080876"/>
          <a:ext cx="261601" cy="261601"/>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28D0762-0217-4D55-BBBF-3CFF483E535B}">
      <dsp:nvSpPr>
        <dsp:cNvPr id="0" name=""/>
        <dsp:cNvSpPr/>
      </dsp:nvSpPr>
      <dsp:spPr>
        <a:xfrm>
          <a:off x="549362" y="2973858"/>
          <a:ext cx="7894597" cy="475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338" tIns="50338" rIns="50338" bIns="50338" numCol="1" spcCol="1270" anchor="ctr" anchorCtr="0">
          <a:noAutofit/>
        </a:bodyPr>
        <a:lstStyle/>
        <a:p>
          <a:pPr marL="0" lvl="0" indent="0" algn="l" defTabSz="711200">
            <a:lnSpc>
              <a:spcPct val="100000"/>
            </a:lnSpc>
            <a:spcBef>
              <a:spcPct val="0"/>
            </a:spcBef>
            <a:spcAft>
              <a:spcPct val="35000"/>
            </a:spcAft>
            <a:buNone/>
          </a:pPr>
          <a:r>
            <a:rPr lang="en-US" sz="1600" kern="1200" dirty="0"/>
            <a:t>4.  Integration with Spotify API: Fetches album cover and a link for the recommended songs.</a:t>
          </a:r>
        </a:p>
      </dsp:txBody>
      <dsp:txXfrm>
        <a:off x="549362" y="2973858"/>
        <a:ext cx="7894597" cy="47563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F031D4-69B8-4D08-8807-684BCBAB7963}">
      <dsp:nvSpPr>
        <dsp:cNvPr id="0" name=""/>
        <dsp:cNvSpPr/>
      </dsp:nvSpPr>
      <dsp:spPr>
        <a:xfrm>
          <a:off x="0" y="3011781"/>
          <a:ext cx="3319227" cy="494107"/>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t>Display with Spotify Data</a:t>
          </a:r>
        </a:p>
      </dsp:txBody>
      <dsp:txXfrm>
        <a:off x="0" y="3011781"/>
        <a:ext cx="3319227" cy="494107"/>
      </dsp:txXfrm>
    </dsp:sp>
    <dsp:sp modelId="{023A2378-5CB6-4755-8F6C-B4CA2474E8CE}">
      <dsp:nvSpPr>
        <dsp:cNvPr id="0" name=""/>
        <dsp:cNvSpPr/>
      </dsp:nvSpPr>
      <dsp:spPr>
        <a:xfrm rot="10800000">
          <a:off x="0" y="2259255"/>
          <a:ext cx="3319227" cy="759937"/>
        </a:xfrm>
        <a:prstGeom prst="upArrowCallou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t>Top 5 Matches</a:t>
          </a:r>
        </a:p>
      </dsp:txBody>
      <dsp:txXfrm rot="10800000">
        <a:off x="0" y="2259255"/>
        <a:ext cx="3319227" cy="493784"/>
      </dsp:txXfrm>
    </dsp:sp>
    <dsp:sp modelId="{C0126E71-704E-46F1-B600-09F3ED1E42F4}">
      <dsp:nvSpPr>
        <dsp:cNvPr id="0" name=""/>
        <dsp:cNvSpPr/>
      </dsp:nvSpPr>
      <dsp:spPr>
        <a:xfrm rot="10800000">
          <a:off x="0" y="1506729"/>
          <a:ext cx="3319227" cy="759937"/>
        </a:xfrm>
        <a:prstGeom prst="upArrowCallou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t>Cosine Similarity</a:t>
          </a:r>
        </a:p>
      </dsp:txBody>
      <dsp:txXfrm rot="10800000">
        <a:off x="0" y="1506729"/>
        <a:ext cx="3319227" cy="493784"/>
      </dsp:txXfrm>
    </dsp:sp>
    <dsp:sp modelId="{012B2306-595B-4643-9C18-9183DE711F51}">
      <dsp:nvSpPr>
        <dsp:cNvPr id="0" name=""/>
        <dsp:cNvSpPr/>
      </dsp:nvSpPr>
      <dsp:spPr>
        <a:xfrm rot="10800000">
          <a:off x="0" y="754202"/>
          <a:ext cx="3319227" cy="759937"/>
        </a:xfrm>
        <a:prstGeom prst="upArrowCallou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t>TF-IDF Vector</a:t>
          </a:r>
        </a:p>
      </dsp:txBody>
      <dsp:txXfrm rot="10800000">
        <a:off x="0" y="754202"/>
        <a:ext cx="3319227" cy="493784"/>
      </dsp:txXfrm>
    </dsp:sp>
    <dsp:sp modelId="{7A4D10DD-1F38-4B95-B4F1-FE9365AFE5CC}">
      <dsp:nvSpPr>
        <dsp:cNvPr id="0" name=""/>
        <dsp:cNvSpPr/>
      </dsp:nvSpPr>
      <dsp:spPr>
        <a:xfrm rot="10800000">
          <a:off x="0" y="34794"/>
          <a:ext cx="3319227" cy="759937"/>
        </a:xfrm>
        <a:prstGeom prst="upArrowCallou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t>User selects a song</a:t>
          </a:r>
        </a:p>
      </dsp:txBody>
      <dsp:txXfrm rot="10800000">
        <a:off x="0" y="34794"/>
        <a:ext cx="3319227" cy="49378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14D7FA-1D8D-44BD-AE4D-AFA6DE036107}">
      <dsp:nvSpPr>
        <dsp:cNvPr id="0" name=""/>
        <dsp:cNvSpPr/>
      </dsp:nvSpPr>
      <dsp:spPr>
        <a:xfrm>
          <a:off x="0" y="645590"/>
          <a:ext cx="9603275" cy="4446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User Interface</a:t>
          </a:r>
        </a:p>
      </dsp:txBody>
      <dsp:txXfrm>
        <a:off x="21704" y="667294"/>
        <a:ext cx="9559867" cy="401192"/>
      </dsp:txXfrm>
    </dsp:sp>
    <dsp:sp modelId="{1F76E1AB-3052-4059-80D7-5933AEF80E67}">
      <dsp:nvSpPr>
        <dsp:cNvPr id="0" name=""/>
        <dsp:cNvSpPr/>
      </dsp:nvSpPr>
      <dsp:spPr>
        <a:xfrm>
          <a:off x="0" y="1144910"/>
          <a:ext cx="9603275" cy="4446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1. Framework Used: Streamlit – a fast and intuitive way to build interactive web apps in Python.</a:t>
          </a:r>
        </a:p>
      </dsp:txBody>
      <dsp:txXfrm>
        <a:off x="21704" y="1166614"/>
        <a:ext cx="9559867" cy="401192"/>
      </dsp:txXfrm>
    </dsp:sp>
    <dsp:sp modelId="{41B89B03-32F9-4B3D-94A0-0F84B6819F24}">
      <dsp:nvSpPr>
        <dsp:cNvPr id="0" name=""/>
        <dsp:cNvSpPr/>
      </dsp:nvSpPr>
      <dsp:spPr>
        <a:xfrm>
          <a:off x="0" y="1644230"/>
          <a:ext cx="9603275" cy="4446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2. Design Philosophy: Minimalistic and responsive UI focused on use experience and simplicity.</a:t>
          </a:r>
        </a:p>
      </dsp:txBody>
      <dsp:txXfrm>
        <a:off x="21704" y="1665934"/>
        <a:ext cx="9559867" cy="401192"/>
      </dsp:txXfrm>
    </dsp:sp>
    <dsp:sp modelId="{0F90F11B-4F9D-4B3C-B119-96524040292B}">
      <dsp:nvSpPr>
        <dsp:cNvPr id="0" name=""/>
        <dsp:cNvSpPr/>
      </dsp:nvSpPr>
      <dsp:spPr>
        <a:xfrm>
          <a:off x="0" y="2143550"/>
          <a:ext cx="9603275" cy="4446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3. Interactive song selection: Dropdown menu for choosing song from the dataset.</a:t>
          </a:r>
        </a:p>
      </dsp:txBody>
      <dsp:txXfrm>
        <a:off x="21704" y="2165254"/>
        <a:ext cx="9559867" cy="401192"/>
      </dsp:txXfrm>
    </dsp:sp>
    <dsp:sp modelId="{1BD5E557-408D-41A3-8FBF-1844FD3DF8A6}">
      <dsp:nvSpPr>
        <dsp:cNvPr id="0" name=""/>
        <dsp:cNvSpPr/>
      </dsp:nvSpPr>
      <dsp:spPr>
        <a:xfrm>
          <a:off x="0" y="2642870"/>
          <a:ext cx="9603275" cy="4446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4. Theme Toggle: Light and Dark mode enhances user comfort.</a:t>
          </a:r>
        </a:p>
      </dsp:txBody>
      <dsp:txXfrm>
        <a:off x="21704" y="2664574"/>
        <a:ext cx="9559867" cy="401192"/>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44479B-705B-4489-957E-7E8A228BDFA0}" type="datetime1">
              <a:rPr lang="en-US" smtClean="0"/>
              <a:t>11/12/2025</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70C12960-6E85-460F-B6E3-5B82CB31AF3D}" type="slidenum">
              <a:rPr lang="en-US" smtClean="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32545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89F774-3FA6-43B8-9241-99959C8FD463}" type="datetime1">
              <a:rPr lang="en-US" smtClean="0"/>
              <a:t>11/12/2025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76270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504452-5DCC-4FE2-A5C9-8A5EF6714D65}" type="datetime1">
              <a:rPr lang="en-US" smtClean="0"/>
              <a:t>11/12/2025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24616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79ABC2-0180-4F3A-A895-A85BC724D472}" type="datetime1">
              <a:rPr lang="en-US" smtClean="0"/>
              <a:t>11/12/2025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80482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EEA9BA-4E8F-439E-BEA4-91FBA01E3F5F}" type="datetime1">
              <a:rPr lang="en-US" smtClean="0"/>
              <a:t>11/12/2025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0C12960-6E85-460F-B6E3-5B82CB31AF3D}" type="slidenum">
              <a:rPr lang="en-US" smtClean="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73550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15BF18-0007-481C-AA29-413124BC3EE7}" type="datetime1">
              <a:rPr lang="en-US" smtClean="0"/>
              <a:t>11/12/2025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75927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BE9870-3748-43AD-B547-02A075CB4A1D}" type="datetime1">
              <a:rPr lang="en-US" smtClean="0"/>
              <a:t>11/12/2025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0C12960-6E85-460F-B6E3-5B82CB31AF3D}" type="slidenum">
              <a:rPr lang="en-US" smtClean="0"/>
              <a:t>‹#›</a:t>
            </a:fld>
            <a:endParaRPr lang="en-US" dirty="0"/>
          </a:p>
        </p:txBody>
      </p:sp>
    </p:spTree>
    <p:extLst>
      <p:ext uri="{BB962C8B-B14F-4D97-AF65-F5344CB8AC3E}">
        <p14:creationId xmlns:p14="http://schemas.microsoft.com/office/powerpoint/2010/main" val="917208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8E7897-33C5-4F1A-9307-D068E37F3DC7}" type="datetime1">
              <a:rPr lang="en-US" smtClean="0"/>
              <a:t>11/12/2025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34101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82E171BA-CC09-47C8-A6DF-F5C5CB59CEEC}" type="datetime1">
              <a:rPr lang="en-US" smtClean="0"/>
              <a:t>11/12/2025</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14958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7B66AD-7C08-490A-ADA4-B47E10FB2407}" type="datetime1">
              <a:rPr lang="en-US" smtClean="0"/>
              <a:t>11/12/2025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03850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95027-4255-49E7-9841-CD21BCC99996}" type="datetime1">
              <a:rPr lang="en-US" smtClean="0"/>
              <a:t>11/12/2025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32314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DA38F49-B3E2-4BF0-BEC7-C30D34ABBB8D}" type="datetime1">
              <a:rPr lang="en-US" smtClean="0"/>
              <a:t>11/12/2025</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70C12960-6E85-460F-B6E3-5B82CB31AF3D}" type="slidenum">
              <a:rPr lang="en-US" smtClean="0"/>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5702566"/>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1.jpg"/><Relationship Id="rId13" Type="http://schemas.microsoft.com/office/2007/relationships/diagramDrawing" Target="../diagrams/drawing6.xml"/><Relationship Id="rId3" Type="http://schemas.openxmlformats.org/officeDocument/2006/relationships/diagramData" Target="../diagrams/data5.xml"/><Relationship Id="rId7" Type="http://schemas.microsoft.com/office/2007/relationships/diagramDrawing" Target="../diagrams/drawing5.xml"/><Relationship Id="rId12" Type="http://schemas.openxmlformats.org/officeDocument/2006/relationships/diagramColors" Target="../diagrams/colors6.xml"/><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diagramColors" Target="../diagrams/colors5.xml"/><Relationship Id="rId11" Type="http://schemas.openxmlformats.org/officeDocument/2006/relationships/diagramQuickStyle" Target="../diagrams/quickStyle6.xml"/><Relationship Id="rId5" Type="http://schemas.openxmlformats.org/officeDocument/2006/relationships/diagramQuickStyle" Target="../diagrams/quickStyle5.xml"/><Relationship Id="rId10" Type="http://schemas.openxmlformats.org/officeDocument/2006/relationships/diagramLayout" Target="../diagrams/layout6.xml"/><Relationship Id="rId4" Type="http://schemas.openxmlformats.org/officeDocument/2006/relationships/diagramLayout" Target="../diagrams/layout5.xml"/><Relationship Id="rId9" Type="http://schemas.openxmlformats.org/officeDocument/2006/relationships/diagramData" Target="../diagrams/data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pic>
        <p:nvPicPr>
          <p:cNvPr id="36" name="Picture 35">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7" name="Straight Connector 36">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977F1E1-2B6F-4BB6-899F-67D8764D83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39" name="Rectangle 38">
            <a:extLst>
              <a:ext uri="{FF2B5EF4-FFF2-40B4-BE49-F238E27FC236}">
                <a16:creationId xmlns:a16="http://schemas.microsoft.com/office/drawing/2014/main" id="{65513E21-21B0-48DB-8CF1-35E43B33A4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colorful lights in a room&#10;&#10;AI-generated content may be incorrect.">
            <a:extLst>
              <a:ext uri="{FF2B5EF4-FFF2-40B4-BE49-F238E27FC236}">
                <a16:creationId xmlns:a16="http://schemas.microsoft.com/office/drawing/2014/main" id="{617DBEBD-B94F-7063-001E-98B4C6AE709C}"/>
              </a:ext>
            </a:extLst>
          </p:cNvPr>
          <p:cNvPicPr>
            <a:picLocks noChangeAspect="1"/>
          </p:cNvPicPr>
          <p:nvPr/>
        </p:nvPicPr>
        <p:blipFill>
          <a:blip r:embed="rId3">
            <a:alphaModFix amt="50000"/>
          </a:blip>
          <a:srcRect l="3"/>
          <a:stretch>
            <a:fillRect/>
          </a:stretch>
        </p:blipFill>
        <p:spPr>
          <a:xfrm>
            <a:off x="325" y="11440"/>
            <a:ext cx="12191675" cy="6857990"/>
          </a:xfrm>
          <a:prstGeom prst="rect">
            <a:avLst/>
          </a:prstGeom>
        </p:spPr>
      </p:pic>
      <p:sp>
        <p:nvSpPr>
          <p:cNvPr id="2" name="Title 1">
            <a:extLst>
              <a:ext uri="{FF2B5EF4-FFF2-40B4-BE49-F238E27FC236}">
                <a16:creationId xmlns:a16="http://schemas.microsoft.com/office/drawing/2014/main" id="{6A19D726-E8C5-E354-1D61-249ADE456D84}"/>
              </a:ext>
            </a:extLst>
          </p:cNvPr>
          <p:cNvSpPr>
            <a:spLocks noGrp="1"/>
          </p:cNvSpPr>
          <p:nvPr>
            <p:ph type="title"/>
          </p:nvPr>
        </p:nvSpPr>
        <p:spPr>
          <a:xfrm>
            <a:off x="4976636" y="992221"/>
            <a:ext cx="6247308" cy="4873558"/>
          </a:xfrm>
        </p:spPr>
        <p:txBody>
          <a:bodyPr vert="horz" lIns="91440" tIns="45720" rIns="91440" bIns="0" rtlCol="0" anchor="ctr">
            <a:normAutofit/>
          </a:bodyPr>
          <a:lstStyle/>
          <a:p>
            <a:r>
              <a:rPr lang="en-US" sz="4800" dirty="0"/>
              <a:t>Song recommendation System</a:t>
            </a:r>
          </a:p>
        </p:txBody>
      </p:sp>
      <p:sp>
        <p:nvSpPr>
          <p:cNvPr id="3" name="Text Placeholder 2">
            <a:extLst>
              <a:ext uri="{FF2B5EF4-FFF2-40B4-BE49-F238E27FC236}">
                <a16:creationId xmlns:a16="http://schemas.microsoft.com/office/drawing/2014/main" id="{F86AC9C9-6F3F-F857-ED32-066DCB48AAF8}"/>
              </a:ext>
            </a:extLst>
          </p:cNvPr>
          <p:cNvSpPr>
            <a:spLocks noGrp="1"/>
          </p:cNvSpPr>
          <p:nvPr>
            <p:ph type="body" idx="1"/>
          </p:nvPr>
        </p:nvSpPr>
        <p:spPr>
          <a:xfrm>
            <a:off x="564543" y="877341"/>
            <a:ext cx="4089450" cy="4864780"/>
          </a:xfrm>
        </p:spPr>
        <p:txBody>
          <a:bodyPr vert="horz" lIns="91440" tIns="91440" rIns="91440" bIns="91440" rtlCol="0" anchor="ctr">
            <a:normAutofit/>
          </a:bodyPr>
          <a:lstStyle/>
          <a:p>
            <a:pPr algn="r"/>
            <a:r>
              <a:rPr lang="en-US" sz="2000" cap="all" dirty="0"/>
              <a:t>Presented by:</a:t>
            </a:r>
          </a:p>
          <a:p>
            <a:pPr algn="r"/>
            <a:r>
              <a:rPr lang="en-US" sz="2000" cap="all" dirty="0"/>
              <a:t>Nishant Devlal S24CSEU1749</a:t>
            </a:r>
          </a:p>
          <a:p>
            <a:pPr algn="r"/>
            <a:r>
              <a:rPr lang="en-US" sz="2000" cap="all" dirty="0"/>
              <a:t>Rohit Saini  S24CSEU</a:t>
            </a:r>
            <a:r>
              <a:rPr lang="en-US" dirty="0"/>
              <a:t>1775</a:t>
            </a:r>
            <a:endParaRPr lang="en-US" sz="2000" cap="all" dirty="0"/>
          </a:p>
          <a:p>
            <a:pPr algn="r"/>
            <a:r>
              <a:rPr lang="en-US" sz="2000" cap="all" dirty="0"/>
              <a:t>Khyati S24CSEU1781</a:t>
            </a:r>
          </a:p>
        </p:txBody>
      </p:sp>
      <p:cxnSp>
        <p:nvCxnSpPr>
          <p:cNvPr id="40" name="Straight Connector 39">
            <a:extLst>
              <a:ext uri="{FF2B5EF4-FFF2-40B4-BE49-F238E27FC236}">
                <a16:creationId xmlns:a16="http://schemas.microsoft.com/office/drawing/2014/main" id="{580B8A35-DEA7-4D43-9DF8-90B4681D0F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40365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25098-D7BE-DFD8-3CCC-6B9F87DBAC4F}"/>
              </a:ext>
            </a:extLst>
          </p:cNvPr>
          <p:cNvSpPr>
            <a:spLocks noGrp="1"/>
          </p:cNvSpPr>
          <p:nvPr>
            <p:ph type="title"/>
          </p:nvPr>
        </p:nvSpPr>
        <p:spPr>
          <a:xfrm>
            <a:off x="1443628" y="962445"/>
            <a:ext cx="9603275" cy="1049235"/>
          </a:xfrm>
        </p:spPr>
        <p:txBody>
          <a:bodyPr>
            <a:normAutofit/>
          </a:bodyPr>
          <a:lstStyle/>
          <a:p>
            <a:r>
              <a:rPr lang="en-US" dirty="0"/>
              <a:t>PROBLEM statement</a:t>
            </a:r>
          </a:p>
        </p:txBody>
      </p:sp>
      <p:sp>
        <p:nvSpPr>
          <p:cNvPr id="30" name="Content Placeholder 2">
            <a:extLst>
              <a:ext uri="{FF2B5EF4-FFF2-40B4-BE49-F238E27FC236}">
                <a16:creationId xmlns:a16="http://schemas.microsoft.com/office/drawing/2014/main" id="{98062DEF-2040-46CB-15C4-9B0AA02D9E17}"/>
              </a:ext>
            </a:extLst>
          </p:cNvPr>
          <p:cNvSpPr>
            <a:spLocks noGrp="1"/>
          </p:cNvSpPr>
          <p:nvPr>
            <p:ph idx="1"/>
          </p:nvPr>
        </p:nvSpPr>
        <p:spPr>
          <a:xfrm>
            <a:off x="5287617" y="1773141"/>
            <a:ext cx="6710901" cy="4460682"/>
          </a:xfrm>
        </p:spPr>
        <p:txBody>
          <a:bodyPr anchor="ctr">
            <a:normAutofit/>
          </a:bodyPr>
          <a:lstStyle/>
          <a:p>
            <a:pPr>
              <a:buFont typeface="Wingdings" panose="05000000000000000000" pitchFamily="2" charset="2"/>
              <a:buChar char="§"/>
            </a:pPr>
            <a:r>
              <a:rPr lang="en-US" sz="1600" dirty="0"/>
              <a:t>In the age of digital music streaming, users are overwhelmed by the vast number of songs available. Traditional recommendation systems often rely on user behavior (likes, ratings, or listening history), which struggle with cold-start problems (new users or new songs) and often lack personalization based on lyrical themes.</a:t>
            </a:r>
          </a:p>
          <a:p>
            <a:pPr>
              <a:buFont typeface="Wingdings" panose="05000000000000000000" pitchFamily="2" charset="2"/>
              <a:buChar char="§"/>
            </a:pPr>
            <a:r>
              <a:rPr lang="en-US" sz="1600" dirty="0"/>
              <a:t>How can we recommend songs that are lyrically similar to a user’s favorite track, even when user interaction data is limited or unavailable.</a:t>
            </a:r>
          </a:p>
          <a:p>
            <a:pPr>
              <a:lnSpc>
                <a:spcPct val="90000"/>
              </a:lnSpc>
              <a:buFont typeface="Wingdings" panose="05000000000000000000" pitchFamily="2" charset="2"/>
              <a:buChar char="§"/>
            </a:pPr>
            <a:r>
              <a:rPr lang="en-US" sz="1600" dirty="0"/>
              <a:t>A song recommendation system is a subclass of an information filtering system that personalizes song suggestions to a user.</a:t>
            </a:r>
          </a:p>
          <a:p>
            <a:pPr>
              <a:lnSpc>
                <a:spcPct val="90000"/>
              </a:lnSpc>
              <a:buFont typeface="Wingdings" panose="05000000000000000000" pitchFamily="2" charset="2"/>
              <a:buChar char="§"/>
            </a:pPr>
            <a:r>
              <a:rPr lang="en-US" sz="1600" dirty="0"/>
              <a:t>Major streaming services like Spotify and YouTube Music rely heavily on these systems, which typically employ machine learning techniques such as:</a:t>
            </a:r>
          </a:p>
          <a:p>
            <a:pPr>
              <a:lnSpc>
                <a:spcPct val="90000"/>
              </a:lnSpc>
            </a:pPr>
            <a:r>
              <a:rPr lang="en-US" sz="1600" dirty="0"/>
              <a:t> Collaborative Filtering</a:t>
            </a:r>
          </a:p>
          <a:p>
            <a:pPr>
              <a:lnSpc>
                <a:spcPct val="90000"/>
              </a:lnSpc>
            </a:pPr>
            <a:r>
              <a:rPr lang="en-US" sz="1600" dirty="0"/>
              <a:t> Content-Based Filtering.</a:t>
            </a:r>
          </a:p>
        </p:txBody>
      </p:sp>
      <p:pic>
        <p:nvPicPr>
          <p:cNvPr id="28" name="Picture 27" descr="Microphone and piano">
            <a:extLst>
              <a:ext uri="{FF2B5EF4-FFF2-40B4-BE49-F238E27FC236}">
                <a16:creationId xmlns:a16="http://schemas.microsoft.com/office/drawing/2014/main" id="{775FAF7C-9CF5-9524-1D0B-B76ACF84E1AA}"/>
              </a:ext>
            </a:extLst>
          </p:cNvPr>
          <p:cNvPicPr>
            <a:picLocks noChangeAspect="1"/>
          </p:cNvPicPr>
          <p:nvPr/>
        </p:nvPicPr>
        <p:blipFill>
          <a:blip r:embed="rId2"/>
          <a:srcRect r="6147" b="-2"/>
          <a:stretch>
            <a:fillRect/>
          </a:stretch>
        </p:blipFill>
        <p:spPr>
          <a:xfrm>
            <a:off x="753902" y="2167278"/>
            <a:ext cx="4345024" cy="3672408"/>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4078855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BB8DB-7991-DC13-39BE-90B3227344C4}"/>
              </a:ext>
            </a:extLst>
          </p:cNvPr>
          <p:cNvSpPr>
            <a:spLocks noGrp="1"/>
          </p:cNvSpPr>
          <p:nvPr>
            <p:ph type="title"/>
          </p:nvPr>
        </p:nvSpPr>
        <p:spPr>
          <a:xfrm>
            <a:off x="1387502" y="618458"/>
            <a:ext cx="10890929" cy="1051316"/>
          </a:xfrm>
        </p:spPr>
        <p:txBody>
          <a:bodyPr anchor="b">
            <a:normAutofit/>
          </a:bodyPr>
          <a:lstStyle/>
          <a:p>
            <a:r>
              <a:rPr lang="en-US" dirty="0">
                <a:latin typeface="+mn-lt"/>
              </a:rPr>
              <a:t>Proposed Solution: Content-Based Filtering</a:t>
            </a:r>
          </a:p>
        </p:txBody>
      </p:sp>
      <p:graphicFrame>
        <p:nvGraphicFramePr>
          <p:cNvPr id="15" name="Content Placeholder 2">
            <a:extLst>
              <a:ext uri="{FF2B5EF4-FFF2-40B4-BE49-F238E27FC236}">
                <a16:creationId xmlns:a16="http://schemas.microsoft.com/office/drawing/2014/main" id="{110D2044-8180-C8EC-21B1-E2A543865667}"/>
              </a:ext>
            </a:extLst>
          </p:cNvPr>
          <p:cNvGraphicFramePr>
            <a:graphicFrameLocks noGrp="1"/>
          </p:cNvGraphicFramePr>
          <p:nvPr>
            <p:ph idx="1"/>
            <p:extLst>
              <p:ext uri="{D42A27DB-BD31-4B8C-83A1-F6EECF244321}">
                <p14:modId xmlns:p14="http://schemas.microsoft.com/office/powerpoint/2010/main" val="1517137940"/>
              </p:ext>
            </p:extLst>
          </p:nvPr>
        </p:nvGraphicFramePr>
        <p:xfrm>
          <a:off x="650535" y="2137631"/>
          <a:ext cx="10890929" cy="373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3652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325CE-DE06-28DE-8160-1F5D45B9E115}"/>
              </a:ext>
            </a:extLst>
          </p:cNvPr>
          <p:cNvSpPr>
            <a:spLocks noGrp="1"/>
          </p:cNvSpPr>
          <p:nvPr>
            <p:ph type="title"/>
          </p:nvPr>
        </p:nvSpPr>
        <p:spPr>
          <a:xfrm>
            <a:off x="1451579" y="804519"/>
            <a:ext cx="9603275" cy="1049235"/>
          </a:xfrm>
        </p:spPr>
        <p:txBody>
          <a:bodyPr>
            <a:normAutofit/>
          </a:bodyPr>
          <a:lstStyle/>
          <a:p>
            <a:r>
              <a:rPr lang="en-US" dirty="0"/>
              <a:t>Goals And objective</a:t>
            </a:r>
          </a:p>
        </p:txBody>
      </p:sp>
      <p:sp>
        <p:nvSpPr>
          <p:cNvPr id="3" name="Content Placeholder 2">
            <a:extLst>
              <a:ext uri="{FF2B5EF4-FFF2-40B4-BE49-F238E27FC236}">
                <a16:creationId xmlns:a16="http://schemas.microsoft.com/office/drawing/2014/main" id="{F34A58B8-28F0-6B1A-5083-7C18C9EAEF91}"/>
              </a:ext>
            </a:extLst>
          </p:cNvPr>
          <p:cNvSpPr>
            <a:spLocks noGrp="1"/>
          </p:cNvSpPr>
          <p:nvPr>
            <p:ph idx="1"/>
          </p:nvPr>
        </p:nvSpPr>
        <p:spPr>
          <a:xfrm>
            <a:off x="1451578" y="2015734"/>
            <a:ext cx="7032463" cy="3748962"/>
          </a:xfrm>
        </p:spPr>
        <p:txBody>
          <a:bodyPr>
            <a:normAutofit/>
          </a:bodyPr>
          <a:lstStyle/>
          <a:p>
            <a:pPr>
              <a:lnSpc>
                <a:spcPct val="110000"/>
              </a:lnSpc>
            </a:pPr>
            <a:r>
              <a:rPr lang="en-US" sz="1700" dirty="0"/>
              <a:t>To build a robust and scalable song recommendation system that suggests songs based on lyrical similarity, enhancing user experience through meaningful and personalized music discovery.</a:t>
            </a:r>
          </a:p>
          <a:p>
            <a:pPr>
              <a:lnSpc>
                <a:spcPct val="110000"/>
              </a:lnSpc>
            </a:pPr>
            <a:r>
              <a:rPr lang="en-US" sz="1700" dirty="0"/>
              <a:t>Handle cold start scenarios by relying on content- based filtering rather than user history.</a:t>
            </a:r>
          </a:p>
          <a:p>
            <a:pPr>
              <a:lnSpc>
                <a:spcPct val="110000"/>
              </a:lnSpc>
            </a:pPr>
            <a:r>
              <a:rPr lang="en-US" sz="1700" dirty="0"/>
              <a:t>Optimize performance by serializing precomputed similarity matrices and cleaned data using pickle.</a:t>
            </a:r>
          </a:p>
          <a:p>
            <a:pPr>
              <a:lnSpc>
                <a:spcPct val="110000"/>
              </a:lnSpc>
            </a:pPr>
            <a:r>
              <a:rPr lang="en-US" sz="1700" dirty="0"/>
              <a:t>Design a user-friendly interface.</a:t>
            </a:r>
          </a:p>
          <a:p>
            <a:pPr>
              <a:lnSpc>
                <a:spcPct val="110000"/>
              </a:lnSpc>
            </a:pPr>
            <a:r>
              <a:rPr lang="en-US" sz="1700" dirty="0"/>
              <a:t>Ensure modularity and scalability for future integration with audio features and collaborative filtering.</a:t>
            </a:r>
          </a:p>
        </p:txBody>
      </p:sp>
      <p:pic>
        <p:nvPicPr>
          <p:cNvPr id="7" name="Graphic 6" descr="Treble clef">
            <a:extLst>
              <a:ext uri="{FF2B5EF4-FFF2-40B4-BE49-F238E27FC236}">
                <a16:creationId xmlns:a16="http://schemas.microsoft.com/office/drawing/2014/main" id="{01B7984E-335C-A311-A1EA-E55797B52F6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8756" y="2277991"/>
            <a:ext cx="2926098" cy="2926098"/>
          </a:xfrm>
          <a:prstGeom prst="rect">
            <a:avLst/>
          </a:prstGeom>
        </p:spPr>
      </p:pic>
    </p:spTree>
    <p:extLst>
      <p:ext uri="{BB962C8B-B14F-4D97-AF65-F5344CB8AC3E}">
        <p14:creationId xmlns:p14="http://schemas.microsoft.com/office/powerpoint/2010/main" val="27644201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DE0E0-D815-E809-CEDC-711BA24669CA}"/>
              </a:ext>
            </a:extLst>
          </p:cNvPr>
          <p:cNvSpPr>
            <a:spLocks noGrp="1"/>
          </p:cNvSpPr>
          <p:nvPr>
            <p:ph type="title"/>
          </p:nvPr>
        </p:nvSpPr>
        <p:spPr>
          <a:xfrm>
            <a:off x="1451579" y="804519"/>
            <a:ext cx="9603275" cy="1049235"/>
          </a:xfrm>
        </p:spPr>
        <p:txBody>
          <a:bodyPr>
            <a:normAutofit/>
          </a:bodyPr>
          <a:lstStyle/>
          <a:p>
            <a:r>
              <a:rPr lang="en-US" dirty="0"/>
              <a:t>Dataset Description And Technologies Used</a:t>
            </a:r>
          </a:p>
        </p:txBody>
      </p:sp>
      <p:graphicFrame>
        <p:nvGraphicFramePr>
          <p:cNvPr id="23" name="Content Placeholder 2">
            <a:extLst>
              <a:ext uri="{FF2B5EF4-FFF2-40B4-BE49-F238E27FC236}">
                <a16:creationId xmlns:a16="http://schemas.microsoft.com/office/drawing/2014/main" id="{EC290070-60E5-9FDE-2FFF-9050D491C03F}"/>
              </a:ext>
            </a:extLst>
          </p:cNvPr>
          <p:cNvGraphicFramePr>
            <a:graphicFrameLocks noGrp="1"/>
          </p:cNvGraphicFramePr>
          <p:nvPr>
            <p:ph idx="1"/>
            <p:extLst>
              <p:ext uri="{D42A27DB-BD31-4B8C-83A1-F6EECF244321}">
                <p14:modId xmlns:p14="http://schemas.microsoft.com/office/powerpoint/2010/main" val="2032270857"/>
              </p:ext>
            </p:extLst>
          </p:nvPr>
        </p:nvGraphicFramePr>
        <p:xfrm>
          <a:off x="1450975" y="2340435"/>
          <a:ext cx="9604375" cy="33244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40201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077CB-DC23-86F8-4539-C91101A57F70}"/>
              </a:ext>
            </a:extLst>
          </p:cNvPr>
          <p:cNvSpPr>
            <a:spLocks noGrp="1"/>
          </p:cNvSpPr>
          <p:nvPr>
            <p:ph type="title"/>
          </p:nvPr>
        </p:nvSpPr>
        <p:spPr>
          <a:xfrm>
            <a:off x="1451579" y="804519"/>
            <a:ext cx="9603275" cy="1049235"/>
          </a:xfrm>
        </p:spPr>
        <p:txBody>
          <a:bodyPr>
            <a:normAutofit/>
          </a:bodyPr>
          <a:lstStyle/>
          <a:p>
            <a:r>
              <a:rPr lang="en-US" dirty="0"/>
              <a:t>Project Features</a:t>
            </a:r>
          </a:p>
        </p:txBody>
      </p:sp>
      <p:graphicFrame>
        <p:nvGraphicFramePr>
          <p:cNvPr id="5" name="Content Placeholder 2">
            <a:extLst>
              <a:ext uri="{FF2B5EF4-FFF2-40B4-BE49-F238E27FC236}">
                <a16:creationId xmlns:a16="http://schemas.microsoft.com/office/drawing/2014/main" id="{63BB2ACA-AA6D-2310-4FBD-D5B6C1852FEB}"/>
              </a:ext>
            </a:extLst>
          </p:cNvPr>
          <p:cNvGraphicFramePr>
            <a:graphicFrameLocks noGrp="1"/>
          </p:cNvGraphicFramePr>
          <p:nvPr>
            <p:ph idx="1"/>
            <p:extLst>
              <p:ext uri="{D42A27DB-BD31-4B8C-83A1-F6EECF244321}">
                <p14:modId xmlns:p14="http://schemas.microsoft.com/office/powerpoint/2010/main" val="2649484481"/>
              </p:ext>
            </p:extLst>
          </p:nvPr>
        </p:nvGraphicFramePr>
        <p:xfrm>
          <a:off x="1450975" y="2340435"/>
          <a:ext cx="9604375" cy="33244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779377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BEFDA1A-2A01-4C29-A5D0-AE6F050D07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Computer script on a screen">
            <a:extLst>
              <a:ext uri="{FF2B5EF4-FFF2-40B4-BE49-F238E27FC236}">
                <a16:creationId xmlns:a16="http://schemas.microsoft.com/office/drawing/2014/main" id="{AC2CBB7E-103C-8A0B-B743-F24F925EB84D}"/>
              </a:ext>
            </a:extLst>
          </p:cNvPr>
          <p:cNvPicPr>
            <a:picLocks noChangeAspect="1"/>
          </p:cNvPicPr>
          <p:nvPr/>
        </p:nvPicPr>
        <p:blipFill>
          <a:blip r:embed="rId2">
            <a:duotone>
              <a:schemeClr val="bg2">
                <a:shade val="45000"/>
                <a:satMod val="135000"/>
              </a:schemeClr>
              <a:prstClr val="white"/>
            </a:duotone>
            <a:alphaModFix amt="50000"/>
          </a:blip>
          <a:srcRect t="5980" r="-1" b="9748"/>
          <a:stretch>
            <a:fillRect/>
          </a:stretch>
        </p:blipFill>
        <p:spPr>
          <a:xfrm>
            <a:off x="305" y="23863"/>
            <a:ext cx="12191695" cy="6857990"/>
          </a:xfrm>
          <a:prstGeom prst="rect">
            <a:avLst/>
          </a:prstGeom>
        </p:spPr>
      </p:pic>
      <p:cxnSp>
        <p:nvCxnSpPr>
          <p:cNvPr id="11" name="Straight Connector 10">
            <a:extLst>
              <a:ext uri="{FF2B5EF4-FFF2-40B4-BE49-F238E27FC236}">
                <a16:creationId xmlns:a16="http://schemas.microsoft.com/office/drawing/2014/main" id="{17FD20E5-30AF-47B9-9256-2E8E904CBB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609DC5A2-472A-0506-0C20-DABF2B013FB3}"/>
              </a:ext>
            </a:extLst>
          </p:cNvPr>
          <p:cNvSpPr>
            <a:spLocks noGrp="1"/>
          </p:cNvSpPr>
          <p:nvPr>
            <p:ph type="title"/>
          </p:nvPr>
        </p:nvSpPr>
        <p:spPr>
          <a:xfrm>
            <a:off x="1451579" y="804519"/>
            <a:ext cx="9603275" cy="1049235"/>
          </a:xfrm>
        </p:spPr>
        <p:txBody>
          <a:bodyPr>
            <a:normAutofit/>
          </a:bodyPr>
          <a:lstStyle/>
          <a:p>
            <a:r>
              <a:rPr lang="en-US" dirty="0"/>
              <a:t>Implementation</a:t>
            </a:r>
          </a:p>
        </p:txBody>
      </p:sp>
      <p:sp>
        <p:nvSpPr>
          <p:cNvPr id="13" name="Rectangle 12">
            <a:extLst>
              <a:ext uri="{FF2B5EF4-FFF2-40B4-BE49-F238E27FC236}">
                <a16:creationId xmlns:a16="http://schemas.microsoft.com/office/drawing/2014/main" id="{279D3810-B86F-4009-84EC-DE0FEABD6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9" name="Content Placeholder 2">
            <a:extLst>
              <a:ext uri="{FF2B5EF4-FFF2-40B4-BE49-F238E27FC236}">
                <a16:creationId xmlns:a16="http://schemas.microsoft.com/office/drawing/2014/main" id="{E66C5149-7FC4-018C-81D2-E7B37BA336E6}"/>
              </a:ext>
            </a:extLst>
          </p:cNvPr>
          <p:cNvGraphicFramePr>
            <a:graphicFrameLocks noGrp="1"/>
          </p:cNvGraphicFramePr>
          <p:nvPr>
            <p:ph idx="1"/>
            <p:extLst>
              <p:ext uri="{D42A27DB-BD31-4B8C-83A1-F6EECF244321}">
                <p14:modId xmlns:p14="http://schemas.microsoft.com/office/powerpoint/2010/main" val="2648316562"/>
              </p:ext>
            </p:extLst>
          </p:nvPr>
        </p:nvGraphicFramePr>
        <p:xfrm>
          <a:off x="949600" y="2015004"/>
          <a:ext cx="10292498" cy="3450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5" name="Picture 14">
            <a:extLst>
              <a:ext uri="{FF2B5EF4-FFF2-40B4-BE49-F238E27FC236}">
                <a16:creationId xmlns:a16="http://schemas.microsoft.com/office/drawing/2014/main" id="{C33612A4-0B77-4479-B2AA-F178599550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8">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7" name="Straight Connector 16">
            <a:extLst>
              <a:ext uri="{FF2B5EF4-FFF2-40B4-BE49-F238E27FC236}">
                <a16:creationId xmlns:a16="http://schemas.microsoft.com/office/drawing/2014/main" id="{078A367A-3E83-4B48-A0F7-43FBE33328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53630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CDDC938E-EB4E-ED1A-CB2A-DEAE1674FAF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771958-B927-B19C-8EC5-9451A8EE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Computer script on a screen">
            <a:extLst>
              <a:ext uri="{FF2B5EF4-FFF2-40B4-BE49-F238E27FC236}">
                <a16:creationId xmlns:a16="http://schemas.microsoft.com/office/drawing/2014/main" id="{05159744-459A-E0F7-F1A7-30940D5EF7CF}"/>
              </a:ext>
            </a:extLst>
          </p:cNvPr>
          <p:cNvPicPr>
            <a:picLocks noChangeAspect="1"/>
          </p:cNvPicPr>
          <p:nvPr/>
        </p:nvPicPr>
        <p:blipFill>
          <a:blip r:embed="rId2">
            <a:duotone>
              <a:schemeClr val="bg2">
                <a:shade val="45000"/>
                <a:satMod val="135000"/>
              </a:schemeClr>
              <a:prstClr val="white"/>
            </a:duotone>
            <a:alphaModFix amt="50000"/>
          </a:blip>
          <a:srcRect t="5980" r="-1" b="9748"/>
          <a:stretch>
            <a:fillRect/>
          </a:stretch>
        </p:blipFill>
        <p:spPr>
          <a:xfrm>
            <a:off x="-153419" y="11440"/>
            <a:ext cx="12191695" cy="6857990"/>
          </a:xfrm>
          <a:prstGeom prst="rect">
            <a:avLst/>
          </a:prstGeom>
        </p:spPr>
      </p:pic>
      <p:cxnSp>
        <p:nvCxnSpPr>
          <p:cNvPr id="11" name="Straight Connector 10">
            <a:extLst>
              <a:ext uri="{FF2B5EF4-FFF2-40B4-BE49-F238E27FC236}">
                <a16:creationId xmlns:a16="http://schemas.microsoft.com/office/drawing/2014/main" id="{76775D5E-991B-3A67-FE64-15CDB40CDD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D4A1F8CF-A34B-B0B2-3C46-38B526A90CD3}"/>
              </a:ext>
            </a:extLst>
          </p:cNvPr>
          <p:cNvSpPr>
            <a:spLocks noGrp="1"/>
          </p:cNvSpPr>
          <p:nvPr>
            <p:ph type="title"/>
          </p:nvPr>
        </p:nvSpPr>
        <p:spPr>
          <a:xfrm>
            <a:off x="1451579" y="804519"/>
            <a:ext cx="9603275" cy="1049235"/>
          </a:xfrm>
        </p:spPr>
        <p:txBody>
          <a:bodyPr>
            <a:normAutofit/>
          </a:bodyPr>
          <a:lstStyle/>
          <a:p>
            <a:r>
              <a:rPr lang="en-US" dirty="0"/>
              <a:t>Implementation</a:t>
            </a:r>
          </a:p>
        </p:txBody>
      </p:sp>
      <p:sp>
        <p:nvSpPr>
          <p:cNvPr id="13" name="Rectangle 12">
            <a:extLst>
              <a:ext uri="{FF2B5EF4-FFF2-40B4-BE49-F238E27FC236}">
                <a16:creationId xmlns:a16="http://schemas.microsoft.com/office/drawing/2014/main" id="{C20FED80-3434-0440-698E-5BDFF43CE7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9" name="Content Placeholder 2">
            <a:extLst>
              <a:ext uri="{FF2B5EF4-FFF2-40B4-BE49-F238E27FC236}">
                <a16:creationId xmlns:a16="http://schemas.microsoft.com/office/drawing/2014/main" id="{31A68BAC-563D-F410-7AA0-A27DB199A0AC}"/>
              </a:ext>
            </a:extLst>
          </p:cNvPr>
          <p:cNvGraphicFramePr>
            <a:graphicFrameLocks noGrp="1"/>
          </p:cNvGraphicFramePr>
          <p:nvPr>
            <p:ph idx="1"/>
            <p:extLst>
              <p:ext uri="{D42A27DB-BD31-4B8C-83A1-F6EECF244321}">
                <p14:modId xmlns:p14="http://schemas.microsoft.com/office/powerpoint/2010/main" val="3731284878"/>
              </p:ext>
            </p:extLst>
          </p:nvPr>
        </p:nvGraphicFramePr>
        <p:xfrm>
          <a:off x="274786" y="2042246"/>
          <a:ext cx="8443960" cy="3450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5" name="Picture 14">
            <a:extLst>
              <a:ext uri="{FF2B5EF4-FFF2-40B4-BE49-F238E27FC236}">
                <a16:creationId xmlns:a16="http://schemas.microsoft.com/office/drawing/2014/main" id="{E71B286E-B8FD-CCB4-B3FA-120D4FACB42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8">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7" name="Straight Connector 16">
            <a:extLst>
              <a:ext uri="{FF2B5EF4-FFF2-40B4-BE49-F238E27FC236}">
                <a16:creationId xmlns:a16="http://schemas.microsoft.com/office/drawing/2014/main" id="{E139F0A5-ACC4-E9B3-597D-A540213DE8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4" name="Diagram 3">
            <a:extLst>
              <a:ext uri="{FF2B5EF4-FFF2-40B4-BE49-F238E27FC236}">
                <a16:creationId xmlns:a16="http://schemas.microsoft.com/office/drawing/2014/main" id="{B0983F61-3609-040F-8C99-CB98D17F7B4E}"/>
              </a:ext>
            </a:extLst>
          </p:cNvPr>
          <p:cNvGraphicFramePr/>
          <p:nvPr>
            <p:extLst>
              <p:ext uri="{D42A27DB-BD31-4B8C-83A1-F6EECF244321}">
                <p14:modId xmlns:p14="http://schemas.microsoft.com/office/powerpoint/2010/main" val="2158876866"/>
              </p:ext>
            </p:extLst>
          </p:nvPr>
        </p:nvGraphicFramePr>
        <p:xfrm>
          <a:off x="8719049" y="1985292"/>
          <a:ext cx="3319227" cy="350756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36471324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2C229-F248-C127-1876-7ED437F53730}"/>
              </a:ext>
            </a:extLst>
          </p:cNvPr>
          <p:cNvSpPr>
            <a:spLocks noGrp="1"/>
          </p:cNvSpPr>
          <p:nvPr>
            <p:ph type="title"/>
          </p:nvPr>
        </p:nvSpPr>
        <p:spPr/>
        <p:txBody>
          <a:bodyPr/>
          <a:lstStyle/>
          <a:p>
            <a:r>
              <a:rPr lang="en-US" dirty="0"/>
              <a:t>Implementation</a:t>
            </a:r>
          </a:p>
        </p:txBody>
      </p:sp>
      <p:graphicFrame>
        <p:nvGraphicFramePr>
          <p:cNvPr id="5" name="Content Placeholder 2">
            <a:extLst>
              <a:ext uri="{FF2B5EF4-FFF2-40B4-BE49-F238E27FC236}">
                <a16:creationId xmlns:a16="http://schemas.microsoft.com/office/drawing/2014/main" id="{9A1F7A1C-8E00-E365-D7B2-3C22522BA079}"/>
              </a:ext>
            </a:extLst>
          </p:cNvPr>
          <p:cNvGraphicFramePr>
            <a:graphicFrameLocks noGrp="1"/>
          </p:cNvGraphicFramePr>
          <p:nvPr>
            <p:ph idx="1"/>
            <p:extLst>
              <p:ext uri="{D42A27DB-BD31-4B8C-83A1-F6EECF244321}">
                <p14:modId xmlns:p14="http://schemas.microsoft.com/office/powerpoint/2010/main" val="2182230608"/>
              </p:ext>
            </p:extLst>
          </p:nvPr>
        </p:nvGraphicFramePr>
        <p:xfrm>
          <a:off x="1451579" y="2015732"/>
          <a:ext cx="9603275" cy="37330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332143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7FE4A-73C3-CA48-26B2-7C8468AB33D2}"/>
              </a:ext>
            </a:extLst>
          </p:cNvPr>
          <p:cNvSpPr>
            <a:spLocks noGrp="1"/>
          </p:cNvSpPr>
          <p:nvPr>
            <p:ph type="title"/>
          </p:nvPr>
        </p:nvSpPr>
        <p:spPr>
          <a:xfrm>
            <a:off x="1389233" y="987383"/>
            <a:ext cx="9603275" cy="1049235"/>
          </a:xfrm>
        </p:spPr>
        <p:txBody>
          <a:bodyPr/>
          <a:lstStyle/>
          <a:p>
            <a:r>
              <a:rPr lang="en-US" dirty="0"/>
              <a:t>Screenshots (dark theme)</a:t>
            </a:r>
          </a:p>
        </p:txBody>
      </p:sp>
      <p:pic>
        <p:nvPicPr>
          <p:cNvPr id="5" name="Content Placeholder 4" descr="A screenshot of a computer&#10;&#10;AI-generated content may be incorrect.">
            <a:extLst>
              <a:ext uri="{FF2B5EF4-FFF2-40B4-BE49-F238E27FC236}">
                <a16:creationId xmlns:a16="http://schemas.microsoft.com/office/drawing/2014/main" id="{1D9EC5AE-65F6-17C0-12C3-182300CBF09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8065"/>
          <a:stretch>
            <a:fillRect/>
          </a:stretch>
        </p:blipFill>
        <p:spPr>
          <a:xfrm>
            <a:off x="2319587" y="2092277"/>
            <a:ext cx="7981106" cy="3678382"/>
          </a:xfrm>
        </p:spPr>
      </p:pic>
    </p:spTree>
    <p:extLst>
      <p:ext uri="{BB962C8B-B14F-4D97-AF65-F5344CB8AC3E}">
        <p14:creationId xmlns:p14="http://schemas.microsoft.com/office/powerpoint/2010/main" val="17262588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49F05-EC6C-12AF-B458-4AFC24A872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3E9097-3D94-350F-1CCA-92E36D376BBE}"/>
              </a:ext>
            </a:extLst>
          </p:cNvPr>
          <p:cNvSpPr>
            <a:spLocks noGrp="1"/>
          </p:cNvSpPr>
          <p:nvPr>
            <p:ph type="title"/>
          </p:nvPr>
        </p:nvSpPr>
        <p:spPr>
          <a:xfrm>
            <a:off x="1389233" y="987383"/>
            <a:ext cx="9603275" cy="1049235"/>
          </a:xfrm>
        </p:spPr>
        <p:txBody>
          <a:bodyPr/>
          <a:lstStyle/>
          <a:p>
            <a:r>
              <a:rPr lang="en-US" dirty="0"/>
              <a:t>Screenshots (LIGHT theme)</a:t>
            </a:r>
          </a:p>
        </p:txBody>
      </p:sp>
      <p:pic>
        <p:nvPicPr>
          <p:cNvPr id="7" name="Content Placeholder 6" descr="A screenshot of a computer&#10;&#10;AI-generated content may be incorrect.">
            <a:extLst>
              <a:ext uri="{FF2B5EF4-FFF2-40B4-BE49-F238E27FC236}">
                <a16:creationId xmlns:a16="http://schemas.microsoft.com/office/drawing/2014/main" id="{0D802199-8E0B-1540-7AAD-2B1D86C091A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8542"/>
          <a:stretch>
            <a:fillRect/>
          </a:stretch>
        </p:blipFill>
        <p:spPr>
          <a:xfrm>
            <a:off x="2301854" y="2036618"/>
            <a:ext cx="8138208" cy="3728965"/>
          </a:xfrm>
        </p:spPr>
      </p:pic>
    </p:spTree>
    <p:extLst>
      <p:ext uri="{BB962C8B-B14F-4D97-AF65-F5344CB8AC3E}">
        <p14:creationId xmlns:p14="http://schemas.microsoft.com/office/powerpoint/2010/main" val="4493432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Light blue headphones">
            <a:extLst>
              <a:ext uri="{FF2B5EF4-FFF2-40B4-BE49-F238E27FC236}">
                <a16:creationId xmlns:a16="http://schemas.microsoft.com/office/drawing/2014/main" id="{4A228616-71D4-C2A3-9456-BB12AB309619}"/>
              </a:ext>
            </a:extLst>
          </p:cNvPr>
          <p:cNvPicPr>
            <a:picLocks noChangeAspect="1"/>
          </p:cNvPicPr>
          <p:nvPr/>
        </p:nvPicPr>
        <p:blipFill>
          <a:blip r:embed="rId2">
            <a:alphaModFix amt="50000"/>
            <a:grayscl/>
          </a:blip>
          <a:srcRect t="14613" r="-1" b="1115"/>
          <a:stretch>
            <a:fillRect/>
          </a:stretch>
        </p:blipFill>
        <p:spPr>
          <a:xfrm>
            <a:off x="34588" y="10"/>
            <a:ext cx="12191695" cy="6857990"/>
          </a:xfrm>
          <a:prstGeom prst="rect">
            <a:avLst/>
          </a:prstGeom>
        </p:spPr>
      </p:pic>
      <p:sp>
        <p:nvSpPr>
          <p:cNvPr id="12"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4"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6" name="Rectangle 15">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8A3D3348-BF9F-33C0-6F58-1F3E4397AD4E}"/>
              </a:ext>
            </a:extLst>
          </p:cNvPr>
          <p:cNvSpPr>
            <a:spLocks noGrp="1"/>
          </p:cNvSpPr>
          <p:nvPr>
            <p:ph type="title"/>
          </p:nvPr>
        </p:nvSpPr>
        <p:spPr>
          <a:xfrm>
            <a:off x="1130271" y="1193800"/>
            <a:ext cx="3193050" cy="4699000"/>
          </a:xfrm>
        </p:spPr>
        <p:txBody>
          <a:bodyPr anchor="ctr">
            <a:normAutofit/>
          </a:bodyPr>
          <a:lstStyle/>
          <a:p>
            <a:r>
              <a:rPr lang="en-US" dirty="0"/>
              <a:t>Conclusion</a:t>
            </a:r>
          </a:p>
        </p:txBody>
      </p:sp>
      <p:cxnSp>
        <p:nvCxnSpPr>
          <p:cNvPr id="18" name="Straight Connector 17">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4A5D252D-ED4D-DADB-6941-16CC2E22CF97}"/>
              </a:ext>
            </a:extLst>
          </p:cNvPr>
          <p:cNvSpPr>
            <a:spLocks noGrp="1" noChangeArrowheads="1"/>
          </p:cNvSpPr>
          <p:nvPr>
            <p:ph idx="1"/>
          </p:nvPr>
        </p:nvSpPr>
        <p:spPr bwMode="auto">
          <a:xfrm>
            <a:off x="4976636" y="1193799"/>
            <a:ext cx="6247302" cy="481407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lnSpcReduction="10000"/>
          </a:bodyPr>
          <a:lstStyle/>
          <a:p>
            <a:pPr eaLnBrk="0" fontAlgn="base" hangingPunct="0">
              <a:lnSpc>
                <a:spcPct val="110000"/>
              </a:lnSpc>
              <a:spcBef>
                <a:spcPct val="0"/>
              </a:spcBef>
              <a:spcAft>
                <a:spcPts val="600"/>
              </a:spcAft>
              <a:buClrTx/>
              <a:buSzTx/>
            </a:pPr>
            <a:r>
              <a:rPr kumimoji="0" lang="en-US" altLang="en-US" b="1" i="0" u="none" strike="noStrike" cap="none" normalizeH="0" baseline="0" dirty="0">
                <a:ln>
                  <a:noFill/>
                </a:ln>
                <a:effectLst/>
              </a:rPr>
              <a:t>Recap of the Goal:</a:t>
            </a:r>
            <a:br>
              <a:rPr kumimoji="0" lang="en-US" altLang="en-US" b="0" i="0" u="none" strike="noStrike" cap="none" normalizeH="0" baseline="0" dirty="0">
                <a:ln>
                  <a:noFill/>
                </a:ln>
                <a:effectLst/>
              </a:rPr>
            </a:br>
            <a:r>
              <a:rPr kumimoji="0" lang="en-US" altLang="en-US" b="0" i="1" u="none" strike="noStrike" cap="none" normalizeH="0" baseline="0" dirty="0">
                <a:ln>
                  <a:noFill/>
                </a:ln>
                <a:effectLst/>
              </a:rPr>
              <a:t>We set out to build a system that helps users discover music they love, effortlessly and intelligently.</a:t>
            </a:r>
            <a:r>
              <a:rPr kumimoji="0" lang="en-US" altLang="en-US" b="0" i="0" u="none" strike="noStrike" cap="none" normalizeH="0" baseline="0" dirty="0">
                <a:ln>
                  <a:noFill/>
                </a:ln>
                <a:effectLst/>
              </a:rPr>
              <a:t> </a:t>
            </a:r>
          </a:p>
          <a:p>
            <a:pPr eaLnBrk="0" fontAlgn="base" hangingPunct="0">
              <a:lnSpc>
                <a:spcPct val="110000"/>
              </a:lnSpc>
              <a:spcBef>
                <a:spcPct val="0"/>
              </a:spcBef>
              <a:spcAft>
                <a:spcPts val="600"/>
              </a:spcAft>
              <a:buClrTx/>
              <a:buSzTx/>
            </a:pPr>
            <a:r>
              <a:rPr kumimoji="0" lang="en-US" altLang="en-US" b="1" i="0" u="none" strike="noStrike" cap="none" normalizeH="0" baseline="0" dirty="0">
                <a:ln>
                  <a:noFill/>
                </a:ln>
                <a:effectLst/>
              </a:rPr>
              <a:t>Summary of the Approach:</a:t>
            </a:r>
            <a:br>
              <a:rPr kumimoji="0" lang="en-US" altLang="en-US" b="0" i="0" u="none" strike="noStrike" cap="none" normalizeH="0" baseline="0" dirty="0">
                <a:ln>
                  <a:noFill/>
                </a:ln>
                <a:effectLst/>
              </a:rPr>
            </a:br>
            <a:r>
              <a:rPr kumimoji="0" lang="en-US" altLang="en-US" b="0" i="1" u="none" strike="noStrike" cap="none" normalizeH="0" baseline="0" dirty="0">
                <a:ln>
                  <a:noFill/>
                </a:ln>
                <a:effectLst/>
              </a:rPr>
              <a:t>By combining </a:t>
            </a:r>
            <a:r>
              <a:rPr lang="en-US" altLang="en-US" i="1" dirty="0"/>
              <a:t>lyrics and </a:t>
            </a:r>
            <a:r>
              <a:rPr kumimoji="0" lang="en-US" altLang="en-US" b="0" i="1" u="none" strike="noStrike" cap="none" normalizeH="0" baseline="0" dirty="0">
                <a:ln>
                  <a:noFill/>
                </a:ln>
                <a:effectLst/>
              </a:rPr>
              <a:t>user preferences, we created a personalized recommendation </a:t>
            </a:r>
            <a:r>
              <a:rPr lang="en-US" altLang="en-US" i="1" dirty="0"/>
              <a:t>system</a:t>
            </a:r>
            <a:r>
              <a:rPr kumimoji="0" lang="en-US" altLang="en-US" b="0" i="1" u="none" strike="noStrike" cap="none" normalizeH="0" baseline="0" dirty="0">
                <a:ln>
                  <a:noFill/>
                </a:ln>
                <a:effectLst/>
              </a:rPr>
              <a:t> with a user-friendly UI.</a:t>
            </a:r>
            <a:endParaRPr lang="en-US" altLang="en-US" dirty="0"/>
          </a:p>
          <a:p>
            <a:pPr eaLnBrk="0" fontAlgn="base" hangingPunct="0">
              <a:lnSpc>
                <a:spcPct val="110000"/>
              </a:lnSpc>
              <a:spcBef>
                <a:spcPct val="0"/>
              </a:spcBef>
              <a:spcAft>
                <a:spcPts val="600"/>
              </a:spcAft>
              <a:buClrTx/>
              <a:buSzTx/>
            </a:pPr>
            <a:r>
              <a:rPr kumimoji="0" lang="en-US" altLang="en-US" b="1" i="0" u="none" strike="noStrike" cap="none" normalizeH="0" baseline="0" dirty="0">
                <a:ln>
                  <a:noFill/>
                </a:ln>
                <a:effectLst/>
              </a:rPr>
              <a:t>Impact:</a:t>
            </a:r>
            <a:br>
              <a:rPr kumimoji="0" lang="en-US" altLang="en-US" b="0" i="0" u="none" strike="noStrike" cap="none" normalizeH="0" baseline="0" dirty="0">
                <a:ln>
                  <a:noFill/>
                </a:ln>
                <a:effectLst/>
              </a:rPr>
            </a:br>
            <a:r>
              <a:rPr kumimoji="0" lang="en-US" altLang="en-US" b="0" i="1" u="none" strike="noStrike" cap="none" normalizeH="0" baseline="0" dirty="0">
                <a:ln>
                  <a:noFill/>
                </a:ln>
                <a:effectLst/>
              </a:rPr>
              <a:t>This system enhances user engagement, reduces decision fatigue, and opens doors to musical exploration.</a:t>
            </a:r>
            <a:r>
              <a:rPr kumimoji="0" lang="en-US" altLang="en-US" b="0" i="0" u="none" strike="noStrike" cap="none" normalizeH="0" baseline="0" dirty="0">
                <a:ln>
                  <a:noFill/>
                </a:ln>
                <a:effectLst/>
              </a:rPr>
              <a:t> </a:t>
            </a:r>
          </a:p>
          <a:p>
            <a:pPr eaLnBrk="0" fontAlgn="base" hangingPunct="0">
              <a:lnSpc>
                <a:spcPct val="110000"/>
              </a:lnSpc>
              <a:spcBef>
                <a:spcPct val="0"/>
              </a:spcBef>
              <a:spcAft>
                <a:spcPts val="600"/>
              </a:spcAft>
              <a:buClrTx/>
              <a:buSzTx/>
            </a:pPr>
            <a:r>
              <a:rPr kumimoji="0" lang="en-US" altLang="en-US" b="1" i="0" u="none" strike="noStrike" cap="none" normalizeH="0" baseline="0" dirty="0">
                <a:ln>
                  <a:noFill/>
                </a:ln>
                <a:effectLst/>
              </a:rPr>
              <a:t>Future Prospects:</a:t>
            </a:r>
          </a:p>
          <a:p>
            <a:pPr marL="0" indent="0" eaLnBrk="0" fontAlgn="base" hangingPunct="0">
              <a:lnSpc>
                <a:spcPct val="110000"/>
              </a:lnSpc>
              <a:spcBef>
                <a:spcPct val="0"/>
              </a:spcBef>
              <a:spcAft>
                <a:spcPts val="600"/>
              </a:spcAft>
              <a:buClrTx/>
              <a:buSzTx/>
              <a:buNone/>
            </a:pPr>
            <a:r>
              <a:rPr lang="en-US" dirty="0"/>
              <a:t>   </a:t>
            </a:r>
            <a:r>
              <a:rPr lang="en-US" i="1" dirty="0"/>
              <a:t>Future enhancements could include mood detection,</a:t>
            </a:r>
          </a:p>
          <a:p>
            <a:pPr marL="0" indent="0" eaLnBrk="0" fontAlgn="base" hangingPunct="0">
              <a:lnSpc>
                <a:spcPct val="110000"/>
              </a:lnSpc>
              <a:spcBef>
                <a:spcPct val="0"/>
              </a:spcBef>
              <a:spcAft>
                <a:spcPts val="600"/>
              </a:spcAft>
              <a:buClrTx/>
              <a:buSzTx/>
              <a:buNone/>
            </a:pPr>
            <a:r>
              <a:rPr lang="en-US" i="1" dirty="0"/>
              <a:t>   genre filtering, and hybrid models combining lyrics with</a:t>
            </a:r>
          </a:p>
          <a:p>
            <a:pPr marL="0" indent="0" eaLnBrk="0" fontAlgn="base" hangingPunct="0">
              <a:lnSpc>
                <a:spcPct val="110000"/>
              </a:lnSpc>
              <a:spcBef>
                <a:spcPct val="0"/>
              </a:spcBef>
              <a:spcAft>
                <a:spcPts val="600"/>
              </a:spcAft>
              <a:buClrTx/>
              <a:buSzTx/>
              <a:buNone/>
            </a:pPr>
            <a:r>
              <a:rPr lang="en-US" i="1" dirty="0"/>
              <a:t>   audio features</a:t>
            </a:r>
            <a:r>
              <a:rPr kumimoji="0" lang="en-US" altLang="en-US" b="0" i="1" u="none" strike="noStrike" cap="none" normalizeH="0" baseline="0" dirty="0">
                <a:ln>
                  <a:noFill/>
                </a:ln>
                <a:effectLst/>
              </a:rPr>
              <a:t>. </a:t>
            </a:r>
          </a:p>
          <a:p>
            <a:pPr marL="0" marR="0" lvl="0" indent="0" defTabSz="914400" rtl="0" eaLnBrk="0" fontAlgn="base" latinLnBrk="0" hangingPunct="0">
              <a:lnSpc>
                <a:spcPct val="110000"/>
              </a:lnSpc>
              <a:spcBef>
                <a:spcPct val="0"/>
              </a:spcBef>
              <a:spcAft>
                <a:spcPts val="600"/>
              </a:spcAft>
              <a:buClrTx/>
              <a:buSzTx/>
              <a:buFontTx/>
              <a:buNone/>
              <a:tabLst/>
            </a:pPr>
            <a:endParaRPr kumimoji="0" lang="en-US" altLang="en-US" b="0" i="0" u="none" strike="noStrike" cap="none" normalizeH="0" baseline="0" dirty="0">
              <a:ln>
                <a:noFill/>
              </a:ln>
              <a:effectLst/>
              <a:latin typeface="Arial" panose="020B0604020202020204" pitchFamily="34" charset="0"/>
            </a:endParaRPr>
          </a:p>
        </p:txBody>
      </p:sp>
      <p:sp>
        <p:nvSpPr>
          <p:cNvPr id="20"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39640457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08" name="Rectangle 107">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pic>
        <p:nvPicPr>
          <p:cNvPr id="109" name="Picture 108">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10" name="Straight Connector 109">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BBC7667-C352-4842-9AFD-E5C16AD002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12" name="Rectangle 111">
            <a:extLst>
              <a:ext uri="{FF2B5EF4-FFF2-40B4-BE49-F238E27FC236}">
                <a16:creationId xmlns:a16="http://schemas.microsoft.com/office/drawing/2014/main" id="{F0AB17F6-592B-45CB-96F6-705C9825A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29A45B-9123-AAE9-34F2-52F92612F89A}"/>
              </a:ext>
            </a:extLst>
          </p:cNvPr>
          <p:cNvSpPr>
            <a:spLocks noGrp="1"/>
          </p:cNvSpPr>
          <p:nvPr>
            <p:ph type="title"/>
          </p:nvPr>
        </p:nvSpPr>
        <p:spPr>
          <a:xfrm>
            <a:off x="5039068" y="802298"/>
            <a:ext cx="6015784" cy="5116985"/>
          </a:xfrm>
        </p:spPr>
        <p:txBody>
          <a:bodyPr vert="horz" lIns="91440" tIns="45720" rIns="91440" bIns="0" rtlCol="0" anchor="ctr">
            <a:normAutofit/>
          </a:bodyPr>
          <a:lstStyle/>
          <a:p>
            <a:r>
              <a:rPr lang="en-US" sz="6600" dirty="0"/>
              <a:t>Thank You</a:t>
            </a:r>
          </a:p>
        </p:txBody>
      </p:sp>
      <p:cxnSp>
        <p:nvCxnSpPr>
          <p:cNvPr id="113" name="Straight Connector 112">
            <a:extLst>
              <a:ext uri="{FF2B5EF4-FFF2-40B4-BE49-F238E27FC236}">
                <a16:creationId xmlns:a16="http://schemas.microsoft.com/office/drawing/2014/main" id="{5A9284E7-0823-472D-9963-18D89DFEB8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760590"/>
            <a:ext cx="0" cy="3200400"/>
          </a:xfrm>
          <a:prstGeom prst="line">
            <a:avLst/>
          </a:prstGeom>
          <a:ln w="349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05256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473</TotalTime>
  <Words>741</Words>
  <Application>Microsoft Office PowerPoint</Application>
  <PresentationFormat>Widescreen</PresentationFormat>
  <Paragraphs>68</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Gill Sans MT</vt:lpstr>
      <vt:lpstr>Wingdings</vt:lpstr>
      <vt:lpstr>Gallery</vt:lpstr>
      <vt:lpstr>Song recommendation System</vt:lpstr>
      <vt:lpstr>PROBLEM statement</vt:lpstr>
      <vt:lpstr>Proposed Solution: Content-Based Filtering</vt:lpstr>
      <vt:lpstr>Goals And objective</vt:lpstr>
      <vt:lpstr>Dataset Description And Technologies Used</vt:lpstr>
      <vt:lpstr>Project Features</vt:lpstr>
      <vt:lpstr>Implementation</vt:lpstr>
      <vt:lpstr>Implementation</vt:lpstr>
      <vt:lpstr>Implementation</vt:lpstr>
      <vt:lpstr>Screenshots (dark theme)</vt:lpstr>
      <vt:lpstr>Screenshots (LIGHT theme)</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Nishant Devlal</dc:creator>
  <cp:lastModifiedBy>Nishant Devlal</cp:lastModifiedBy>
  <cp:revision>7</cp:revision>
  <dcterms:created xsi:type="dcterms:W3CDTF">2025-10-28T09:21:38Z</dcterms:created>
  <dcterms:modified xsi:type="dcterms:W3CDTF">2025-11-12T08:20:35Z</dcterms:modified>
</cp:coreProperties>
</file>